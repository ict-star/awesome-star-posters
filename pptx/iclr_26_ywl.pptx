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6" r:id="rId2"/>
  </p:sldIdLst>
  <p:sldSz cx="28800425" cy="14400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14B"/>
    <a:srgbClr val="FF8D55"/>
    <a:srgbClr val="EA5853"/>
    <a:srgbClr val="B27C7B"/>
    <a:srgbClr val="E39F9F"/>
    <a:srgbClr val="F1D6D6"/>
    <a:srgbClr val="35568A"/>
    <a:srgbClr val="D81818"/>
    <a:srgbClr val="47639B"/>
    <a:srgbClr val="023F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7770"/>
    <p:restoredTop sz="86395"/>
  </p:normalViewPr>
  <p:slideViewPr>
    <p:cSldViewPr snapToGrid="0">
      <p:cViewPr varScale="1">
        <p:scale>
          <a:sx n="52" d="100"/>
          <a:sy n="52" d="100"/>
        </p:scale>
        <p:origin x="1720" y="2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6F643F-66AD-2045-8E1B-80FFC422227D}" type="datetimeFigureOut">
              <a:rPr kumimoji="1" lang="zh-CN" altLang="en-US" smtClean="0"/>
              <a:t>2026/4/19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42900" y="1143000"/>
            <a:ext cx="61722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89DCFA-A334-7E41-9E5D-836244FDFE4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548884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左上角两个图</a:t>
            </a:r>
            <a:endParaRPr kumimoji="1" lang="en-US" altLang="zh-CN" dirty="0"/>
          </a:p>
          <a:p>
            <a:r>
              <a:rPr kumimoji="1" lang="en-US" altLang="zh-CN" dirty="0"/>
              <a:t>3</a:t>
            </a:r>
            <a:r>
              <a:rPr kumimoji="1" lang="zh-CN" altLang="en-US" dirty="0"/>
              <a:t>块的视觉效果突出一下</a:t>
            </a:r>
            <a:endParaRPr kumimoji="1" lang="en-US" altLang="zh-CN" dirty="0"/>
          </a:p>
          <a:p>
            <a:r>
              <a:rPr kumimoji="1" lang="zh-CN" altLang="en-US" dirty="0"/>
              <a:t>中间的一句话重新写下</a:t>
            </a:r>
            <a:endParaRPr kumimoji="1" lang="en-US" altLang="zh-CN" dirty="0"/>
          </a:p>
          <a:p>
            <a:r>
              <a:rPr kumimoji="1" lang="zh-CN" altLang="en-US" dirty="0"/>
              <a:t>中间的图，下面的字移到右边</a:t>
            </a:r>
            <a:endParaRPr kumimoji="1" lang="en-US" altLang="zh-CN" dirty="0"/>
          </a:p>
          <a:p>
            <a:r>
              <a:rPr kumimoji="1" lang="en-US" altLang="zh-CN" dirty="0"/>
              <a:t>Code</a:t>
            </a:r>
            <a:r>
              <a:rPr kumimoji="1" lang="zh-CN" altLang="en-US" dirty="0"/>
              <a:t>的</a:t>
            </a:r>
            <a:r>
              <a:rPr kumimoji="1" lang="en-US" altLang="zh-CN" dirty="0" err="1"/>
              <a:t>qr</a:t>
            </a:r>
            <a:r>
              <a:rPr kumimoji="1" lang="zh-CN" altLang="en-US" dirty="0"/>
              <a:t>、联系方式等等</a:t>
            </a:r>
            <a:endParaRPr kumimoji="1" lang="en-US" altLang="zh-CN" dirty="0"/>
          </a:p>
          <a:p>
            <a:r>
              <a:rPr kumimoji="1" lang="en-US" altLang="zh-CN" dirty="0"/>
              <a:t>Logo</a:t>
            </a:r>
            <a:r>
              <a:rPr kumimoji="1" lang="zh-CN" altLang="en-US" dirty="0"/>
              <a:t>位置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中间的勾叉</a:t>
            </a:r>
            <a:endParaRPr kumimoji="1" lang="en-US" altLang="zh-CN" dirty="0"/>
          </a:p>
          <a:p>
            <a:r>
              <a:rPr kumimoji="1" lang="zh-CN" altLang="en-US" dirty="0"/>
              <a:t>小标题的颜色换一个</a:t>
            </a:r>
            <a:endParaRPr kumimoji="1" lang="en-US" altLang="zh-CN" dirty="0"/>
          </a:p>
          <a:p>
            <a:r>
              <a:rPr kumimoji="1" lang="zh-CN" altLang="en-US" dirty="0"/>
              <a:t>中间的布局调整</a:t>
            </a:r>
            <a:endParaRPr kumimoji="1" lang="en-US" altLang="zh-CN" dirty="0"/>
          </a:p>
          <a:p>
            <a:r>
              <a:rPr kumimoji="1" lang="zh-CN" altLang="en-US" dirty="0"/>
              <a:t>右下角</a:t>
            </a:r>
            <a:endParaRPr kumimoji="1" lang="en-US" altLang="zh-CN" dirty="0"/>
          </a:p>
          <a:p>
            <a:r>
              <a:rPr kumimoji="1" lang="zh-CN" altLang="en-US" dirty="0"/>
              <a:t>两端对齐，文章调整下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89DCFA-A334-7E41-9E5D-836244FDFE4A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597726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00053" y="2356703"/>
            <a:ext cx="21600319" cy="5013407"/>
          </a:xfrm>
        </p:spPr>
        <p:txBody>
          <a:bodyPr anchor="b"/>
          <a:lstStyle>
            <a:lvl1pPr algn="ctr">
              <a:defRPr sz="1259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00053" y="7563446"/>
            <a:ext cx="21600319" cy="3476717"/>
          </a:xfrm>
        </p:spPr>
        <p:txBody>
          <a:bodyPr/>
          <a:lstStyle>
            <a:lvl1pPr marL="0" indent="0" algn="ctr">
              <a:buNone/>
              <a:defRPr sz="5040"/>
            </a:lvl1pPr>
            <a:lvl2pPr marL="960029" indent="0" algn="ctr">
              <a:buNone/>
              <a:defRPr sz="4200"/>
            </a:lvl2pPr>
            <a:lvl3pPr marL="1920057" indent="0" algn="ctr">
              <a:buNone/>
              <a:defRPr sz="3780"/>
            </a:lvl3pPr>
            <a:lvl4pPr marL="2880086" indent="0" algn="ctr">
              <a:buNone/>
              <a:defRPr sz="3360"/>
            </a:lvl4pPr>
            <a:lvl5pPr marL="3840114" indent="0" algn="ctr">
              <a:buNone/>
              <a:defRPr sz="3360"/>
            </a:lvl5pPr>
            <a:lvl6pPr marL="4800143" indent="0" algn="ctr">
              <a:buNone/>
              <a:defRPr sz="3360"/>
            </a:lvl6pPr>
            <a:lvl7pPr marL="5760171" indent="0" algn="ctr">
              <a:buNone/>
              <a:defRPr sz="3360"/>
            </a:lvl7pPr>
            <a:lvl8pPr marL="6720200" indent="0" algn="ctr">
              <a:buNone/>
              <a:defRPr sz="3360"/>
            </a:lvl8pPr>
            <a:lvl9pPr marL="7680228" indent="0" algn="ctr">
              <a:buNone/>
              <a:defRPr sz="336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38E9D-6C95-0E46-99BE-6339BEDD465E}" type="datetimeFigureOut">
              <a:rPr kumimoji="1" lang="zh-CN" altLang="en-US" smtClean="0"/>
              <a:t>2026/4/19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8004A-F3F1-3B44-BABC-911A5FD65A5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75561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38E9D-6C95-0E46-99BE-6339BEDD465E}" type="datetimeFigureOut">
              <a:rPr kumimoji="1" lang="zh-CN" altLang="en-US" smtClean="0"/>
              <a:t>2026/4/19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8004A-F3F1-3B44-BABC-911A5FD65A5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48304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5029" y="3590055"/>
            <a:ext cx="24840367" cy="5990088"/>
          </a:xfrm>
        </p:spPr>
        <p:txBody>
          <a:bodyPr anchor="b"/>
          <a:lstStyle>
            <a:lvl1pPr>
              <a:defRPr sz="1259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65029" y="9636811"/>
            <a:ext cx="24840367" cy="3150046"/>
          </a:xfrm>
        </p:spPr>
        <p:txBody>
          <a:bodyPr/>
          <a:lstStyle>
            <a:lvl1pPr marL="0" indent="0">
              <a:buNone/>
              <a:defRPr sz="5040">
                <a:solidFill>
                  <a:schemeClr val="tx1">
                    <a:tint val="82000"/>
                  </a:schemeClr>
                </a:solidFill>
              </a:defRPr>
            </a:lvl1pPr>
            <a:lvl2pPr marL="960029" indent="0">
              <a:buNone/>
              <a:defRPr sz="4200">
                <a:solidFill>
                  <a:schemeClr val="tx1">
                    <a:tint val="82000"/>
                  </a:schemeClr>
                </a:solidFill>
              </a:defRPr>
            </a:lvl2pPr>
            <a:lvl3pPr marL="1920057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3pPr>
            <a:lvl4pPr marL="2880086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4pPr>
            <a:lvl5pPr marL="3840114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5pPr>
            <a:lvl6pPr marL="4800143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6pPr>
            <a:lvl7pPr marL="5760171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7pPr>
            <a:lvl8pPr marL="6720200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8pPr>
            <a:lvl9pPr marL="7680228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38E9D-6C95-0E46-99BE-6339BEDD465E}" type="datetimeFigureOut">
              <a:rPr kumimoji="1" lang="zh-CN" altLang="en-US" smtClean="0"/>
              <a:t>2026/4/19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8004A-F3F1-3B44-BABC-911A5FD65A5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40093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80029" y="3833390"/>
            <a:ext cx="12240181" cy="9136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580215" y="3833390"/>
            <a:ext cx="12240181" cy="9136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38E9D-6C95-0E46-99BE-6339BEDD465E}" type="datetimeFigureOut">
              <a:rPr kumimoji="1" lang="zh-CN" altLang="en-US" smtClean="0"/>
              <a:t>2026/4/19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8004A-F3F1-3B44-BABC-911A5FD65A5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90558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0" y="766679"/>
            <a:ext cx="24840367" cy="278337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3781" y="3530053"/>
            <a:ext cx="12183929" cy="1730025"/>
          </a:xfrm>
        </p:spPr>
        <p:txBody>
          <a:bodyPr anchor="b"/>
          <a:lstStyle>
            <a:lvl1pPr marL="0" indent="0">
              <a:buNone/>
              <a:defRPr sz="5040" b="1"/>
            </a:lvl1pPr>
            <a:lvl2pPr marL="960029" indent="0">
              <a:buNone/>
              <a:defRPr sz="4200" b="1"/>
            </a:lvl2pPr>
            <a:lvl3pPr marL="1920057" indent="0">
              <a:buNone/>
              <a:defRPr sz="3780" b="1"/>
            </a:lvl3pPr>
            <a:lvl4pPr marL="2880086" indent="0">
              <a:buNone/>
              <a:defRPr sz="3360" b="1"/>
            </a:lvl4pPr>
            <a:lvl5pPr marL="3840114" indent="0">
              <a:buNone/>
              <a:defRPr sz="3360" b="1"/>
            </a:lvl5pPr>
            <a:lvl6pPr marL="4800143" indent="0">
              <a:buNone/>
              <a:defRPr sz="3360" b="1"/>
            </a:lvl6pPr>
            <a:lvl7pPr marL="5760171" indent="0">
              <a:buNone/>
              <a:defRPr sz="3360" b="1"/>
            </a:lvl7pPr>
            <a:lvl8pPr marL="6720200" indent="0">
              <a:buNone/>
              <a:defRPr sz="3360" b="1"/>
            </a:lvl8pPr>
            <a:lvl9pPr marL="7680228" indent="0">
              <a:buNone/>
              <a:defRPr sz="33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83781" y="5260078"/>
            <a:ext cx="12183929" cy="77367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4580215" y="3530053"/>
            <a:ext cx="12243932" cy="1730025"/>
          </a:xfrm>
        </p:spPr>
        <p:txBody>
          <a:bodyPr anchor="b"/>
          <a:lstStyle>
            <a:lvl1pPr marL="0" indent="0">
              <a:buNone/>
              <a:defRPr sz="5040" b="1"/>
            </a:lvl1pPr>
            <a:lvl2pPr marL="960029" indent="0">
              <a:buNone/>
              <a:defRPr sz="4200" b="1"/>
            </a:lvl2pPr>
            <a:lvl3pPr marL="1920057" indent="0">
              <a:buNone/>
              <a:defRPr sz="3780" b="1"/>
            </a:lvl3pPr>
            <a:lvl4pPr marL="2880086" indent="0">
              <a:buNone/>
              <a:defRPr sz="3360" b="1"/>
            </a:lvl4pPr>
            <a:lvl5pPr marL="3840114" indent="0">
              <a:buNone/>
              <a:defRPr sz="3360" b="1"/>
            </a:lvl5pPr>
            <a:lvl6pPr marL="4800143" indent="0">
              <a:buNone/>
              <a:defRPr sz="3360" b="1"/>
            </a:lvl6pPr>
            <a:lvl7pPr marL="5760171" indent="0">
              <a:buNone/>
              <a:defRPr sz="3360" b="1"/>
            </a:lvl7pPr>
            <a:lvl8pPr marL="6720200" indent="0">
              <a:buNone/>
              <a:defRPr sz="3360" b="1"/>
            </a:lvl8pPr>
            <a:lvl9pPr marL="7680228" indent="0">
              <a:buNone/>
              <a:defRPr sz="33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4580215" y="5260078"/>
            <a:ext cx="12243932" cy="77367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38E9D-6C95-0E46-99BE-6339BEDD465E}" type="datetimeFigureOut">
              <a:rPr kumimoji="1" lang="zh-CN" altLang="en-US" smtClean="0"/>
              <a:t>2026/4/19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8004A-F3F1-3B44-BABC-911A5FD65A5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65686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38E9D-6C95-0E46-99BE-6339BEDD465E}" type="datetimeFigureOut">
              <a:rPr kumimoji="1" lang="zh-CN" altLang="en-US" smtClean="0"/>
              <a:t>2026/4/19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8004A-F3F1-3B44-BABC-911A5FD65A5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29661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38E9D-6C95-0E46-99BE-6339BEDD465E}" type="datetimeFigureOut">
              <a:rPr kumimoji="1" lang="zh-CN" altLang="en-US" smtClean="0"/>
              <a:t>2026/4/19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8004A-F3F1-3B44-BABC-911A5FD65A5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02068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2" y="960014"/>
            <a:ext cx="9288886" cy="3360050"/>
          </a:xfrm>
        </p:spPr>
        <p:txBody>
          <a:bodyPr anchor="b"/>
          <a:lstStyle>
            <a:lvl1pPr>
              <a:defRPr sz="671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43932" y="2073365"/>
            <a:ext cx="14580215" cy="10233485"/>
          </a:xfrm>
        </p:spPr>
        <p:txBody>
          <a:bodyPr/>
          <a:lstStyle>
            <a:lvl1pPr>
              <a:defRPr sz="6719"/>
            </a:lvl1pPr>
            <a:lvl2pPr>
              <a:defRPr sz="5879"/>
            </a:lvl2pPr>
            <a:lvl3pPr>
              <a:defRPr sz="5040"/>
            </a:lvl3pPr>
            <a:lvl4pPr>
              <a:defRPr sz="4200"/>
            </a:lvl4pPr>
            <a:lvl5pPr>
              <a:defRPr sz="4200"/>
            </a:lvl5pPr>
            <a:lvl6pPr>
              <a:defRPr sz="4200"/>
            </a:lvl6pPr>
            <a:lvl7pPr>
              <a:defRPr sz="4200"/>
            </a:lvl7pPr>
            <a:lvl8pPr>
              <a:defRPr sz="4200"/>
            </a:lvl8pPr>
            <a:lvl9pPr>
              <a:defRPr sz="4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782" y="4320064"/>
            <a:ext cx="9288886" cy="8003453"/>
          </a:xfrm>
        </p:spPr>
        <p:txBody>
          <a:bodyPr/>
          <a:lstStyle>
            <a:lvl1pPr marL="0" indent="0">
              <a:buNone/>
              <a:defRPr sz="3360"/>
            </a:lvl1pPr>
            <a:lvl2pPr marL="960029" indent="0">
              <a:buNone/>
              <a:defRPr sz="2940"/>
            </a:lvl2pPr>
            <a:lvl3pPr marL="1920057" indent="0">
              <a:buNone/>
              <a:defRPr sz="2520"/>
            </a:lvl3pPr>
            <a:lvl4pPr marL="2880086" indent="0">
              <a:buNone/>
              <a:defRPr sz="2100"/>
            </a:lvl4pPr>
            <a:lvl5pPr marL="3840114" indent="0">
              <a:buNone/>
              <a:defRPr sz="2100"/>
            </a:lvl5pPr>
            <a:lvl6pPr marL="4800143" indent="0">
              <a:buNone/>
              <a:defRPr sz="2100"/>
            </a:lvl6pPr>
            <a:lvl7pPr marL="5760171" indent="0">
              <a:buNone/>
              <a:defRPr sz="2100"/>
            </a:lvl7pPr>
            <a:lvl8pPr marL="6720200" indent="0">
              <a:buNone/>
              <a:defRPr sz="2100"/>
            </a:lvl8pPr>
            <a:lvl9pPr marL="7680228" indent="0">
              <a:buNone/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38E9D-6C95-0E46-99BE-6339BEDD465E}" type="datetimeFigureOut">
              <a:rPr kumimoji="1" lang="zh-CN" altLang="en-US" smtClean="0"/>
              <a:t>2026/4/19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8004A-F3F1-3B44-BABC-911A5FD65A5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3949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2" y="960014"/>
            <a:ext cx="9288886" cy="3360050"/>
          </a:xfrm>
        </p:spPr>
        <p:txBody>
          <a:bodyPr anchor="b"/>
          <a:lstStyle>
            <a:lvl1pPr>
              <a:defRPr sz="671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243932" y="2073365"/>
            <a:ext cx="14580215" cy="10233485"/>
          </a:xfrm>
        </p:spPr>
        <p:txBody>
          <a:bodyPr anchor="t"/>
          <a:lstStyle>
            <a:lvl1pPr marL="0" indent="0">
              <a:buNone/>
              <a:defRPr sz="6719"/>
            </a:lvl1pPr>
            <a:lvl2pPr marL="960029" indent="0">
              <a:buNone/>
              <a:defRPr sz="5879"/>
            </a:lvl2pPr>
            <a:lvl3pPr marL="1920057" indent="0">
              <a:buNone/>
              <a:defRPr sz="5040"/>
            </a:lvl3pPr>
            <a:lvl4pPr marL="2880086" indent="0">
              <a:buNone/>
              <a:defRPr sz="4200"/>
            </a:lvl4pPr>
            <a:lvl5pPr marL="3840114" indent="0">
              <a:buNone/>
              <a:defRPr sz="4200"/>
            </a:lvl5pPr>
            <a:lvl6pPr marL="4800143" indent="0">
              <a:buNone/>
              <a:defRPr sz="4200"/>
            </a:lvl6pPr>
            <a:lvl7pPr marL="5760171" indent="0">
              <a:buNone/>
              <a:defRPr sz="4200"/>
            </a:lvl7pPr>
            <a:lvl8pPr marL="6720200" indent="0">
              <a:buNone/>
              <a:defRPr sz="4200"/>
            </a:lvl8pPr>
            <a:lvl9pPr marL="7680228" indent="0">
              <a:buNone/>
              <a:defRPr sz="420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782" y="4320064"/>
            <a:ext cx="9288886" cy="8003453"/>
          </a:xfrm>
        </p:spPr>
        <p:txBody>
          <a:bodyPr/>
          <a:lstStyle>
            <a:lvl1pPr marL="0" indent="0">
              <a:buNone/>
              <a:defRPr sz="3360"/>
            </a:lvl1pPr>
            <a:lvl2pPr marL="960029" indent="0">
              <a:buNone/>
              <a:defRPr sz="2940"/>
            </a:lvl2pPr>
            <a:lvl3pPr marL="1920057" indent="0">
              <a:buNone/>
              <a:defRPr sz="2520"/>
            </a:lvl3pPr>
            <a:lvl4pPr marL="2880086" indent="0">
              <a:buNone/>
              <a:defRPr sz="2100"/>
            </a:lvl4pPr>
            <a:lvl5pPr marL="3840114" indent="0">
              <a:buNone/>
              <a:defRPr sz="2100"/>
            </a:lvl5pPr>
            <a:lvl6pPr marL="4800143" indent="0">
              <a:buNone/>
              <a:defRPr sz="2100"/>
            </a:lvl6pPr>
            <a:lvl7pPr marL="5760171" indent="0">
              <a:buNone/>
              <a:defRPr sz="2100"/>
            </a:lvl7pPr>
            <a:lvl8pPr marL="6720200" indent="0">
              <a:buNone/>
              <a:defRPr sz="2100"/>
            </a:lvl8pPr>
            <a:lvl9pPr marL="7680228" indent="0">
              <a:buNone/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38E9D-6C95-0E46-99BE-6339BEDD465E}" type="datetimeFigureOut">
              <a:rPr kumimoji="1" lang="zh-CN" altLang="en-US" smtClean="0"/>
              <a:t>2026/4/19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8004A-F3F1-3B44-BABC-911A5FD65A5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14164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38E9D-6C95-0E46-99BE-6339BEDD465E}" type="datetimeFigureOut">
              <a:rPr kumimoji="1" lang="zh-CN" altLang="en-US" smtClean="0"/>
              <a:t>2026/4/19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8004A-F3F1-3B44-BABC-911A5FD65A5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9483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0610304" y="766678"/>
            <a:ext cx="6210092" cy="1220351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80029" y="766678"/>
            <a:ext cx="18270270" cy="1220351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38E9D-6C95-0E46-99BE-6339BEDD465E}" type="datetimeFigureOut">
              <a:rPr kumimoji="1" lang="zh-CN" altLang="en-US" smtClean="0"/>
              <a:t>2026/4/19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8004A-F3F1-3B44-BABC-911A5FD65A5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71627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80029" y="766679"/>
            <a:ext cx="24840367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0029" y="3833390"/>
            <a:ext cx="24840367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980029" y="13346865"/>
            <a:ext cx="6480096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5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638E9D-6C95-0E46-99BE-6339BEDD465E}" type="datetimeFigureOut">
              <a:rPr kumimoji="1" lang="zh-CN" altLang="en-US" smtClean="0"/>
              <a:t>2026/4/19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540141" y="13346865"/>
            <a:ext cx="9720143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5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0340300" y="13346865"/>
            <a:ext cx="6480096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5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B8004A-F3F1-3B44-BABC-911A5FD65A5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69691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920057" rtl="0" eaLnBrk="1" latinLnBrk="0" hangingPunct="1">
        <a:lnSpc>
          <a:spcPct val="90000"/>
        </a:lnSpc>
        <a:spcBef>
          <a:spcPct val="0"/>
        </a:spcBef>
        <a:buNone/>
        <a:defRPr sz="923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0014" indent="-480014" algn="l" defTabSz="1920057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5879" kern="1200">
          <a:solidFill>
            <a:schemeClr val="tx1"/>
          </a:solidFill>
          <a:latin typeface="+mn-lt"/>
          <a:ea typeface="+mn-ea"/>
          <a:cs typeface="+mn-cs"/>
        </a:defRPr>
      </a:lvl1pPr>
      <a:lvl2pPr marL="1440043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5040" kern="1200">
          <a:solidFill>
            <a:schemeClr val="tx1"/>
          </a:solidFill>
          <a:latin typeface="+mn-lt"/>
          <a:ea typeface="+mn-ea"/>
          <a:cs typeface="+mn-cs"/>
        </a:defRPr>
      </a:lvl2pPr>
      <a:lvl3pPr marL="2400071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3pPr>
      <a:lvl4pPr marL="3360100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4pPr>
      <a:lvl5pPr marL="4320129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5pPr>
      <a:lvl6pPr marL="5280157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6pPr>
      <a:lvl7pPr marL="6240186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7pPr>
      <a:lvl8pPr marL="7200214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8pPr>
      <a:lvl9pPr marL="8160243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1pPr>
      <a:lvl2pPr marL="960029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2pPr>
      <a:lvl3pPr marL="1920057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3pPr>
      <a:lvl4pPr marL="2880086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4pPr>
      <a:lvl5pPr marL="3840114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5pPr>
      <a:lvl6pPr marL="4800143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6pPr>
      <a:lvl7pPr marL="5760171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7pPr>
      <a:lvl8pPr marL="6720200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8pPr>
      <a:lvl9pPr marL="7680228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18" Type="http://schemas.openxmlformats.org/officeDocument/2006/relationships/image" Target="../media/image13.png"/><Relationship Id="rId26" Type="http://schemas.openxmlformats.org/officeDocument/2006/relationships/image" Target="../media/image21.svg"/><Relationship Id="rId3" Type="http://schemas.openxmlformats.org/officeDocument/2006/relationships/image" Target="../media/image1.svg"/><Relationship Id="rId21" Type="http://schemas.openxmlformats.org/officeDocument/2006/relationships/image" Target="../media/image16.emf"/><Relationship Id="rId7" Type="http://schemas.openxmlformats.org/officeDocument/2006/relationships/image" Target="../media/image5.svg"/><Relationship Id="rId12" Type="http://schemas.openxmlformats.org/officeDocument/2006/relationships/image" Target="../media/image10.png"/><Relationship Id="rId17" Type="http://schemas.openxmlformats.org/officeDocument/2006/relationships/image" Target="../media/image12.svg"/><Relationship Id="rId25" Type="http://schemas.openxmlformats.org/officeDocument/2006/relationships/image" Target="../media/image20.emf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1.svg"/><Relationship Id="rId20" Type="http://schemas.openxmlformats.org/officeDocument/2006/relationships/image" Target="../media/image15.emf"/><Relationship Id="rId29" Type="http://schemas.openxmlformats.org/officeDocument/2006/relationships/image" Target="../media/image24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24" Type="http://schemas.openxmlformats.org/officeDocument/2006/relationships/image" Target="../media/image19.emf"/><Relationship Id="rId5" Type="http://schemas.openxmlformats.org/officeDocument/2006/relationships/image" Target="../media/image3.svg"/><Relationship Id="rId15" Type="http://schemas.openxmlformats.org/officeDocument/2006/relationships/image" Target="../media/image10.emf"/><Relationship Id="rId23" Type="http://schemas.openxmlformats.org/officeDocument/2006/relationships/image" Target="../media/image18.emf"/><Relationship Id="rId28" Type="http://schemas.openxmlformats.org/officeDocument/2006/relationships/image" Target="../media/image23.svg"/><Relationship Id="rId10" Type="http://schemas.openxmlformats.org/officeDocument/2006/relationships/image" Target="../media/image8.svg"/><Relationship Id="rId19" Type="http://schemas.openxmlformats.org/officeDocument/2006/relationships/image" Target="../media/image14.emf"/><Relationship Id="rId4" Type="http://schemas.openxmlformats.org/officeDocument/2006/relationships/image" Target="../media/image2.svg"/><Relationship Id="rId9" Type="http://schemas.openxmlformats.org/officeDocument/2006/relationships/image" Target="../media/image7.svg"/><Relationship Id="rId14" Type="http://schemas.openxmlformats.org/officeDocument/2006/relationships/image" Target="../media/image12.png"/><Relationship Id="rId22" Type="http://schemas.openxmlformats.org/officeDocument/2006/relationships/image" Target="../media/image17.emf"/><Relationship Id="rId27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圆角矩形 17">
            <a:extLst>
              <a:ext uri="{FF2B5EF4-FFF2-40B4-BE49-F238E27FC236}">
                <a16:creationId xmlns:a16="http://schemas.microsoft.com/office/drawing/2014/main" id="{B761F5E9-48A8-4F7A-BB90-86128546275C}"/>
              </a:ext>
            </a:extLst>
          </p:cNvPr>
          <p:cNvSpPr/>
          <p:nvPr/>
        </p:nvSpPr>
        <p:spPr>
          <a:xfrm>
            <a:off x="20593526" y="288338"/>
            <a:ext cx="3731724" cy="1967253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7" name="图形 36">
            <a:extLst>
              <a:ext uri="{FF2B5EF4-FFF2-40B4-BE49-F238E27FC236}">
                <a16:creationId xmlns:a16="http://schemas.microsoft.com/office/drawing/2014/main" id="{32244162-969F-B140-5F72-C9C72D36B6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825318" y="184348"/>
            <a:ext cx="3872432" cy="1156224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7E8656FF-E3A1-08FE-B300-FA3ECFA177E7}"/>
              </a:ext>
            </a:extLst>
          </p:cNvPr>
          <p:cNvSpPr txBox="1">
            <a:spLocks/>
          </p:cNvSpPr>
          <p:nvPr/>
        </p:nvSpPr>
        <p:spPr>
          <a:xfrm>
            <a:off x="432574" y="6917386"/>
            <a:ext cx="6976421" cy="2630290"/>
          </a:xfrm>
          <a:prstGeom prst="roundRect">
            <a:avLst>
              <a:gd name="adj" fmla="val 3240"/>
            </a:avLst>
          </a:prstGeom>
          <a:noFill/>
          <a:ln w="19050">
            <a:solidFill>
              <a:srgbClr val="EA5853"/>
            </a:solidFill>
          </a:ln>
        </p:spPr>
        <p:txBody>
          <a:bodyPr wrap="square" rtlCol="0">
            <a:noAutofit/>
          </a:bodyPr>
          <a:lstStyle/>
          <a:p>
            <a:pPr algn="just">
              <a:spcBef>
                <a:spcPts val="1200"/>
              </a:spcBef>
              <a:buClr>
                <a:schemeClr val="accent6">
                  <a:lumMod val="75000"/>
                </a:schemeClr>
              </a:buClr>
            </a:pPr>
            <a:endParaRPr lang="en" altLang="zh-CN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1200"/>
              </a:spcBef>
              <a:buClr>
                <a:schemeClr val="accent6">
                  <a:lumMod val="75000"/>
                </a:schemeClr>
              </a:buClr>
            </a:pPr>
            <a:endParaRPr lang="en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085F516-AD49-EFDB-BE22-3904B0EFCCFE}"/>
              </a:ext>
            </a:extLst>
          </p:cNvPr>
          <p:cNvSpPr txBox="1">
            <a:spLocks/>
          </p:cNvSpPr>
          <p:nvPr/>
        </p:nvSpPr>
        <p:spPr>
          <a:xfrm>
            <a:off x="436097" y="10565110"/>
            <a:ext cx="6976421" cy="3353795"/>
          </a:xfrm>
          <a:prstGeom prst="roundRect">
            <a:avLst>
              <a:gd name="adj" fmla="val 3240"/>
            </a:avLst>
          </a:prstGeom>
          <a:noFill/>
          <a:ln w="19050">
            <a:solidFill>
              <a:srgbClr val="EA5853"/>
            </a:solidFill>
          </a:ln>
        </p:spPr>
        <p:txBody>
          <a:bodyPr wrap="square" rtlCol="0">
            <a:noAutofit/>
          </a:bodyPr>
          <a:lstStyle/>
          <a:p>
            <a:pPr algn="just">
              <a:spcBef>
                <a:spcPts val="1200"/>
              </a:spcBef>
              <a:buClr>
                <a:schemeClr val="accent6">
                  <a:lumMod val="75000"/>
                </a:schemeClr>
              </a:buClr>
            </a:pPr>
            <a:endParaRPr lang="en" altLang="zh-CN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1200"/>
              </a:spcBef>
              <a:buClr>
                <a:schemeClr val="accent6">
                  <a:lumMod val="75000"/>
                </a:schemeClr>
              </a:buClr>
            </a:pPr>
            <a:endParaRPr lang="en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CBBFE4F2-5E20-8A79-BEFB-132B1BDC9A76}"/>
              </a:ext>
            </a:extLst>
          </p:cNvPr>
          <p:cNvSpPr txBox="1">
            <a:spLocks/>
          </p:cNvSpPr>
          <p:nvPr/>
        </p:nvSpPr>
        <p:spPr>
          <a:xfrm>
            <a:off x="432574" y="3909692"/>
            <a:ext cx="6976421" cy="2630290"/>
          </a:xfrm>
          <a:prstGeom prst="roundRect">
            <a:avLst>
              <a:gd name="adj" fmla="val 3240"/>
            </a:avLst>
          </a:prstGeom>
          <a:noFill/>
          <a:ln w="19050">
            <a:solidFill>
              <a:srgbClr val="EA5853"/>
            </a:solidFill>
          </a:ln>
        </p:spPr>
        <p:txBody>
          <a:bodyPr wrap="square" rtlCol="0">
            <a:noAutofit/>
          </a:bodyPr>
          <a:lstStyle/>
          <a:p>
            <a:pPr algn="just">
              <a:spcBef>
                <a:spcPts val="1200"/>
              </a:spcBef>
              <a:buClr>
                <a:schemeClr val="accent6">
                  <a:lumMod val="75000"/>
                </a:schemeClr>
              </a:buClr>
            </a:pPr>
            <a:endParaRPr lang="en" altLang="zh-CN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1200"/>
              </a:spcBef>
              <a:buClr>
                <a:schemeClr val="accent6">
                  <a:lumMod val="75000"/>
                </a:schemeClr>
              </a:buClr>
            </a:pPr>
            <a:endParaRPr lang="en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A3943266-3825-DFBA-17E6-F2206E2DCECE}"/>
              </a:ext>
            </a:extLst>
          </p:cNvPr>
          <p:cNvSpPr/>
          <p:nvPr/>
        </p:nvSpPr>
        <p:spPr>
          <a:xfrm>
            <a:off x="7987855" y="409715"/>
            <a:ext cx="11998647" cy="13543258"/>
          </a:xfrm>
          <a:prstGeom prst="roundRect">
            <a:avLst>
              <a:gd name="adj" fmla="val 3459"/>
            </a:avLst>
          </a:prstGeom>
          <a:solidFill>
            <a:srgbClr val="35568A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>
              <a:ln>
                <a:solidFill>
                  <a:schemeClr val="bg2">
                    <a:lumMod val="75000"/>
                  </a:schemeClr>
                </a:solidFill>
              </a:ln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46C5285-E1DB-6B61-D9D4-13111AF881FB}"/>
              </a:ext>
            </a:extLst>
          </p:cNvPr>
          <p:cNvSpPr txBox="1"/>
          <p:nvPr/>
        </p:nvSpPr>
        <p:spPr>
          <a:xfrm>
            <a:off x="380044" y="355057"/>
            <a:ext cx="734243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5400" dirty="0">
                <a:ln w="0">
                  <a:noFill/>
                </a:ln>
                <a:solidFill>
                  <a:srgbClr val="023F88"/>
                </a:solidFill>
                <a:latin typeface="Helvetica" pitchFamily="2" charset="0"/>
              </a:rPr>
              <a:t>Fine-tuning Done </a:t>
            </a:r>
            <a:r>
              <a:rPr kumimoji="1" lang="en-US" altLang="zh-CN" sz="5400" i="1" dirty="0">
                <a:ln w="0">
                  <a:noFill/>
                </a:ln>
                <a:solidFill>
                  <a:srgbClr val="023F88"/>
                </a:solidFill>
                <a:latin typeface="Helvetica" pitchFamily="2" charset="0"/>
              </a:rPr>
              <a:t>Right</a:t>
            </a:r>
            <a:r>
              <a:rPr kumimoji="1" lang="en-US" altLang="zh-CN" sz="5400" dirty="0">
                <a:ln w="0">
                  <a:noFill/>
                </a:ln>
                <a:solidFill>
                  <a:srgbClr val="023F88"/>
                </a:solidFill>
                <a:latin typeface="Helvetica" pitchFamily="2" charset="0"/>
              </a:rPr>
              <a:t> in Model Editing</a:t>
            </a:r>
            <a:endParaRPr kumimoji="1" lang="zh-CN" altLang="en-US" sz="5400" dirty="0">
              <a:ln w="0">
                <a:noFill/>
              </a:ln>
              <a:solidFill>
                <a:srgbClr val="023F88"/>
              </a:solidFill>
              <a:latin typeface="Helvetica" pitchFamily="2" charset="0"/>
            </a:endParaRP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89E7FC29-9E70-7E3A-FA3F-AE671551CAC3}"/>
              </a:ext>
            </a:extLst>
          </p:cNvPr>
          <p:cNvSpPr/>
          <p:nvPr/>
        </p:nvSpPr>
        <p:spPr>
          <a:xfrm>
            <a:off x="293656" y="3060109"/>
            <a:ext cx="7232599" cy="492333"/>
          </a:xfrm>
          <a:prstGeom prst="roundRect">
            <a:avLst/>
          </a:prstGeom>
          <a:solidFill>
            <a:srgbClr val="EA5853"/>
          </a:solidFill>
          <a:ln w="28575"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" altLang="zh-CN" sz="2400" b="1" dirty="0">
                <a:solidFill>
                  <a:schemeClr val="bg1"/>
                </a:solidFill>
                <a:latin typeface="Helvetica" pitchFamily="2" charset="0"/>
              </a:rPr>
              <a:t>How to Do Fine-tuning Right?</a:t>
            </a:r>
            <a:endParaRPr kumimoji="1" lang="zh-CN" altLang="en-US" sz="2400" b="1" dirty="0">
              <a:solidFill>
                <a:schemeClr val="bg1"/>
              </a:solidFill>
              <a:latin typeface="Helvetica" pitchFamily="2" charset="0"/>
            </a:endParaRPr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19A15C44-DE54-7C03-75E6-F6B3E4D75E34}"/>
              </a:ext>
            </a:extLst>
          </p:cNvPr>
          <p:cNvSpPr/>
          <p:nvPr/>
        </p:nvSpPr>
        <p:spPr>
          <a:xfrm>
            <a:off x="20624373" y="2805631"/>
            <a:ext cx="7719629" cy="521266"/>
          </a:xfrm>
          <a:prstGeom prst="roundRect">
            <a:avLst/>
          </a:prstGeom>
          <a:solidFill>
            <a:srgbClr val="EA5853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" altLang="zh-CN" sz="2400" b="1" dirty="0">
                <a:solidFill>
                  <a:schemeClr val="bg1"/>
                </a:solidFill>
                <a:latin typeface="Helvetica" pitchFamily="2" charset="0"/>
              </a:rPr>
              <a:t>Outperform SOTA? </a:t>
            </a:r>
            <a:endParaRPr kumimoji="1" lang="zh-CN" altLang="en-US" sz="2400" b="1" dirty="0">
              <a:solidFill>
                <a:schemeClr val="bg1"/>
              </a:solidFill>
              <a:latin typeface="Helvetica" pitchFamily="2" charset="0"/>
            </a:endParaRPr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2A735619-B653-AF20-F1D2-542AA401FC72}"/>
              </a:ext>
            </a:extLst>
          </p:cNvPr>
          <p:cNvSpPr/>
          <p:nvPr/>
        </p:nvSpPr>
        <p:spPr>
          <a:xfrm>
            <a:off x="20593526" y="7688290"/>
            <a:ext cx="7718400" cy="584775"/>
          </a:xfrm>
          <a:prstGeom prst="roundRect">
            <a:avLst/>
          </a:prstGeom>
          <a:solidFill>
            <a:srgbClr val="EA5853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" altLang="zh-CN" sz="2400" b="1" dirty="0">
                <a:ln w="0">
                  <a:noFill/>
                </a:ln>
                <a:solidFill>
                  <a:schemeClr val="bg1"/>
                </a:solidFill>
                <a:latin typeface="Helvetica" pitchFamily="2" charset="0"/>
              </a:rPr>
              <a:t>Scale to Real-world Editing?</a:t>
            </a:r>
            <a:endParaRPr kumimoji="1" lang="zh-CN" altLang="en-US" sz="2400" b="1" dirty="0">
              <a:ln w="0">
                <a:noFill/>
              </a:ln>
              <a:solidFill>
                <a:schemeClr val="bg1"/>
              </a:solidFill>
              <a:latin typeface="Helvetica" pitchFamily="2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4695397-2AA6-0D3D-E016-9481EB80294D}"/>
              </a:ext>
            </a:extLst>
          </p:cNvPr>
          <p:cNvSpPr txBox="1"/>
          <p:nvPr/>
        </p:nvSpPr>
        <p:spPr>
          <a:xfrm>
            <a:off x="8960247" y="2240340"/>
            <a:ext cx="10162911" cy="3488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zh-CN" sz="6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Fine-tuning is Not </a:t>
            </a:r>
            <a:r>
              <a:rPr lang="en-US" altLang="zh-CN" sz="66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Weak</a:t>
            </a:r>
            <a:r>
              <a:rPr lang="en-US" altLang="zh-CN" sz="6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zh-CN" sz="6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Model Editing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kumimoji="1" lang="en" altLang="zh-CN" sz="4800" dirty="0">
                <a:ln w="22225">
                  <a:noFill/>
                  <a:prstDash val="solid"/>
                </a:ln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Wrong Pipeline, Wrong Conclusion</a:t>
            </a: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5984FFDB-55DE-6D02-D99E-88E5DDAF23A4}"/>
              </a:ext>
            </a:extLst>
          </p:cNvPr>
          <p:cNvSpPr txBox="1"/>
          <p:nvPr/>
        </p:nvSpPr>
        <p:spPr>
          <a:xfrm>
            <a:off x="293656" y="2071518"/>
            <a:ext cx="74407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" altLang="zh-CN" sz="2400" dirty="0">
                <a:latin typeface="Helvetica" pitchFamily="2" charset="0"/>
              </a:rPr>
              <a:t>Wanli Yang, Rui Tang, Hongyu Zang, Du Su, Qi Cao, </a:t>
            </a:r>
            <a:r>
              <a:rPr kumimoji="1" lang="en" altLang="zh-CN" sz="2400" dirty="0" err="1">
                <a:latin typeface="Helvetica" pitchFamily="2" charset="0"/>
              </a:rPr>
              <a:t>Jingang</a:t>
            </a:r>
            <a:r>
              <a:rPr kumimoji="1" lang="en" altLang="zh-CN" sz="2400" dirty="0">
                <a:latin typeface="Helvetica" pitchFamily="2" charset="0"/>
              </a:rPr>
              <a:t> Wang, Huawei Shen, </a:t>
            </a:r>
            <a:r>
              <a:rPr kumimoji="1" lang="en" altLang="zh-CN" sz="2400" dirty="0" err="1">
                <a:latin typeface="Helvetica" pitchFamily="2" charset="0"/>
              </a:rPr>
              <a:t>Xueqi</a:t>
            </a:r>
            <a:r>
              <a:rPr kumimoji="1" lang="en" altLang="zh-CN" sz="2400" dirty="0">
                <a:latin typeface="Helvetica" pitchFamily="2" charset="0"/>
              </a:rPr>
              <a:t> Cheng, Fei Sun</a:t>
            </a:r>
            <a:endParaRPr kumimoji="1" lang="en" altLang="zh-CN" sz="2000" dirty="0"/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17743780-A351-69ED-DF65-48DFDB841E74}"/>
              </a:ext>
            </a:extLst>
          </p:cNvPr>
          <p:cNvSpPr txBox="1"/>
          <p:nvPr/>
        </p:nvSpPr>
        <p:spPr>
          <a:xfrm>
            <a:off x="743633" y="12788833"/>
            <a:ext cx="62211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defRPr/>
            </a:pPr>
            <a:r>
              <a:rPr lang="en-US" altLang="zh-CN" dirty="0">
                <a:solidFill>
                  <a:prstClr val="black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Editing success is </a:t>
            </a:r>
            <a:r>
              <a:rPr lang="fr-FR" altLang="zh-CN" b="1" dirty="0" err="1">
                <a:solidFill>
                  <a:prstClr val="black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broadly</a:t>
            </a:r>
            <a:r>
              <a:rPr lang="fr-FR" altLang="zh-CN" b="1" dirty="0">
                <a:solidFill>
                  <a:prstClr val="black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</a:t>
            </a:r>
            <a:r>
              <a:rPr lang="fr-FR" altLang="zh-CN" b="1" dirty="0" err="1">
                <a:solidFill>
                  <a:prstClr val="black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achievable</a:t>
            </a:r>
            <a:r>
              <a:rPr lang="fr-FR" altLang="zh-CN" dirty="0">
                <a:solidFill>
                  <a:prstClr val="black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: </a:t>
            </a:r>
            <a:r>
              <a:rPr lang="fr-FR" altLang="zh-CN" dirty="0" err="1">
                <a:solidFill>
                  <a:prstClr val="black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most</a:t>
            </a:r>
            <a:r>
              <a:rPr lang="fr-FR" altLang="zh-CN" dirty="0">
                <a:solidFill>
                  <a:prstClr val="black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locations</a:t>
            </a:r>
            <a:r>
              <a:rPr lang="zh-CN" altLang="en-US" dirty="0">
                <a:solidFill>
                  <a:prstClr val="black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</a:t>
            </a:r>
            <a:r>
              <a:rPr lang="fr-FR" altLang="zh-CN" dirty="0" err="1">
                <a:solidFill>
                  <a:prstClr val="black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reach</a:t>
            </a:r>
            <a:r>
              <a:rPr lang="fr-FR" altLang="zh-CN" dirty="0">
                <a:solidFill>
                  <a:prstClr val="black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</a:t>
            </a:r>
            <a:r>
              <a:rPr lang="fr-FR" altLang="zh-CN" dirty="0" err="1">
                <a:solidFill>
                  <a:prstClr val="black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near-perfect</a:t>
            </a:r>
            <a:r>
              <a:rPr lang="fr-FR" altLang="zh-CN" dirty="0">
                <a:solidFill>
                  <a:prstClr val="black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prstClr val="black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reliability. </a:t>
            </a:r>
            <a:r>
              <a:rPr lang="fr-FR" altLang="zh-CN" dirty="0">
                <a:solidFill>
                  <a:prstClr val="black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Location affects </a:t>
            </a:r>
            <a:r>
              <a:rPr lang="fr-FR" altLang="zh-CN" b="1" dirty="0" err="1">
                <a:solidFill>
                  <a:prstClr val="black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side</a:t>
            </a:r>
            <a:r>
              <a:rPr lang="fr-FR" altLang="zh-CN" b="1" dirty="0">
                <a:solidFill>
                  <a:prstClr val="black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</a:t>
            </a:r>
            <a:r>
              <a:rPr lang="fr-FR" altLang="zh-CN" b="1" dirty="0" err="1">
                <a:solidFill>
                  <a:prstClr val="black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effects</a:t>
            </a:r>
            <a:r>
              <a:rPr lang="fr-FR" altLang="zh-CN" dirty="0">
                <a:solidFill>
                  <a:prstClr val="black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: </a:t>
            </a:r>
            <a:r>
              <a:rPr lang="fr-FR" altLang="zh-CN" dirty="0" err="1">
                <a:solidFill>
                  <a:prstClr val="black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MLPdown</a:t>
            </a:r>
            <a:r>
              <a:rPr lang="fr-FR" altLang="zh-CN" dirty="0">
                <a:solidFill>
                  <a:prstClr val="black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in </a:t>
            </a:r>
            <a:r>
              <a:rPr lang="fr-FR" altLang="zh-CN" dirty="0" err="1">
                <a:solidFill>
                  <a:prstClr val="black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mid</a:t>
            </a:r>
            <a:r>
              <a:rPr lang="fr-FR" altLang="zh-CN" dirty="0">
                <a:solidFill>
                  <a:prstClr val="black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-to-</a:t>
            </a:r>
            <a:r>
              <a:rPr lang="fr-FR" altLang="zh-CN" dirty="0" err="1">
                <a:solidFill>
                  <a:prstClr val="black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late</a:t>
            </a:r>
            <a:r>
              <a:rPr lang="fr-FR" altLang="zh-CN" dirty="0">
                <a:solidFill>
                  <a:prstClr val="black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</a:t>
            </a:r>
            <a:r>
              <a:rPr lang="fr-FR" altLang="zh-CN" dirty="0" err="1">
                <a:solidFill>
                  <a:prstClr val="black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layers</a:t>
            </a:r>
            <a:r>
              <a:rPr lang="fr-FR" altLang="zh-CN" dirty="0">
                <a:solidFill>
                  <a:prstClr val="black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best </a:t>
            </a:r>
            <a:r>
              <a:rPr lang="fr-FR" altLang="zh-CN" dirty="0" err="1">
                <a:solidFill>
                  <a:prstClr val="black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preserves</a:t>
            </a:r>
            <a:r>
              <a:rPr lang="fr-FR" altLang="zh-CN" dirty="0">
                <a:solidFill>
                  <a:prstClr val="black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</a:t>
            </a:r>
            <a:r>
              <a:rPr lang="fr-FR" altLang="zh-CN" dirty="0" err="1">
                <a:solidFill>
                  <a:prstClr val="black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capability</a:t>
            </a:r>
            <a:r>
              <a:rPr lang="en-US" altLang="zh-CN" dirty="0">
                <a:solidFill>
                  <a:prstClr val="black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.</a:t>
            </a:r>
            <a:endParaRPr lang="fr-FR" altLang="zh-CN" dirty="0">
              <a:solidFill>
                <a:prstClr val="black"/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B5B45D4-A6FC-B632-63D1-94D012D60918}"/>
              </a:ext>
            </a:extLst>
          </p:cNvPr>
          <p:cNvSpPr txBox="1"/>
          <p:nvPr/>
        </p:nvSpPr>
        <p:spPr>
          <a:xfrm>
            <a:off x="768921" y="3750136"/>
            <a:ext cx="1657796" cy="317908"/>
          </a:xfrm>
          <a:prstGeom prst="snip1Rect">
            <a:avLst/>
          </a:prstGeom>
          <a:solidFill>
            <a:srgbClr val="EA5853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kumimoji="1" lang="en-US" altLang="zh-CN" sz="1600" b="1" dirty="0">
                <a:solidFill>
                  <a:schemeClr val="bg1"/>
                </a:solidFill>
                <a:latin typeface="Helvetica" pitchFamily="2" charset="0"/>
              </a:rPr>
              <a:t>Pipeline</a:t>
            </a:r>
            <a:endParaRPr kumimoji="1" lang="zh-CN" altLang="en-US" sz="1600" b="1" dirty="0">
              <a:solidFill>
                <a:schemeClr val="bg1"/>
              </a:solidFill>
              <a:latin typeface="Helvetica" pitchFamily="2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389128D-01AE-B1E1-A4CF-8CC7777CF948}"/>
              </a:ext>
            </a:extLst>
          </p:cNvPr>
          <p:cNvSpPr txBox="1"/>
          <p:nvPr/>
        </p:nvSpPr>
        <p:spPr>
          <a:xfrm>
            <a:off x="3285883" y="8019115"/>
            <a:ext cx="3929029" cy="1087636"/>
          </a:xfrm>
          <a:prstGeom prst="roundRect">
            <a:avLst>
              <a:gd name="adj" fmla="val 2956"/>
            </a:avLst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just">
              <a:defRPr/>
            </a:pPr>
            <a:r>
              <a:rPr lang="en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Mini-batching mitigates the high-variance noise of single-sample updates, shielding the model’s intrinsic capabilities from </a:t>
            </a:r>
            <a:r>
              <a:rPr lang="en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lang="en-US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gradation</a:t>
            </a:r>
            <a:r>
              <a:rPr lang="en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989941A-7B75-647A-AE42-EAD8DAFCB9D3}"/>
              </a:ext>
            </a:extLst>
          </p:cNvPr>
          <p:cNvSpPr txBox="1"/>
          <p:nvPr/>
        </p:nvSpPr>
        <p:spPr>
          <a:xfrm>
            <a:off x="768921" y="6763133"/>
            <a:ext cx="1641860" cy="330216"/>
          </a:xfrm>
          <a:prstGeom prst="snip1Rect">
            <a:avLst/>
          </a:prstGeom>
          <a:solidFill>
            <a:srgbClr val="EA5853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kumimoji="1" lang="en" altLang="zh-CN" sz="1600" b="1" dirty="0">
                <a:solidFill>
                  <a:schemeClr val="bg1"/>
                </a:solidFill>
                <a:latin typeface="Helvetica" pitchFamily="2" charset="0"/>
              </a:rPr>
              <a:t>Granularity</a:t>
            </a:r>
            <a:endParaRPr kumimoji="1" lang="zh-CN" altLang="en-US" sz="1600" b="1" dirty="0">
              <a:solidFill>
                <a:schemeClr val="bg1"/>
              </a:solidFill>
              <a:latin typeface="Helvetica" pitchFamily="2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E3FB353-B05E-E6D0-0397-4754417DAA67}"/>
              </a:ext>
            </a:extLst>
          </p:cNvPr>
          <p:cNvSpPr txBox="1"/>
          <p:nvPr/>
        </p:nvSpPr>
        <p:spPr>
          <a:xfrm>
            <a:off x="16515630" y="7903551"/>
            <a:ext cx="3352800" cy="10789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zh-CN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Depth-First </a:t>
            </a:r>
          </a:p>
          <a:p>
            <a:pPr>
              <a:lnSpc>
                <a:spcPct val="120000"/>
              </a:lnSpc>
            </a:pPr>
            <a:r>
              <a:rPr kumimoji="1" lang="en-US" altLang="zh-CN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Editing Pipeline</a:t>
            </a:r>
            <a:endParaRPr kumimoji="1" lang="zh-CN" altLang="en-US" sz="3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65AE7C6-609D-A475-FE1C-4D7DEBD6B3B5}"/>
              </a:ext>
            </a:extLst>
          </p:cNvPr>
          <p:cNvSpPr txBox="1"/>
          <p:nvPr/>
        </p:nvSpPr>
        <p:spPr>
          <a:xfrm>
            <a:off x="16515630" y="10877670"/>
            <a:ext cx="3352800" cy="10789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zh-CN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Breadth-First </a:t>
            </a:r>
          </a:p>
          <a:p>
            <a:pPr>
              <a:lnSpc>
                <a:spcPct val="120000"/>
              </a:lnSpc>
            </a:pPr>
            <a:r>
              <a:rPr kumimoji="1" lang="en-US" altLang="zh-CN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Standard Pipeline</a:t>
            </a:r>
            <a:endParaRPr kumimoji="1" lang="zh-CN" altLang="en-US" sz="2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2" name="图形 21">
            <a:extLst>
              <a:ext uri="{FF2B5EF4-FFF2-40B4-BE49-F238E27FC236}">
                <a16:creationId xmlns:a16="http://schemas.microsoft.com/office/drawing/2014/main" id="{321E6DF1-707A-B175-FB74-B7CA0C5C9A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591226" y="734861"/>
            <a:ext cx="1400165" cy="1400165"/>
          </a:xfrm>
          <a:prstGeom prst="rect">
            <a:avLst/>
          </a:prstGeom>
        </p:spPr>
      </p:pic>
      <p:pic>
        <p:nvPicPr>
          <p:cNvPr id="25" name="图形 24">
            <a:extLst>
              <a:ext uri="{FF2B5EF4-FFF2-40B4-BE49-F238E27FC236}">
                <a16:creationId xmlns:a16="http://schemas.microsoft.com/office/drawing/2014/main" id="{19AF7C00-50E4-FEE7-C9A3-22538E2E3A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708769" y="409715"/>
            <a:ext cx="1149989" cy="325146"/>
          </a:xfrm>
          <a:prstGeom prst="rect">
            <a:avLst/>
          </a:prstGeom>
        </p:spPr>
      </p:pic>
      <p:sp>
        <p:nvSpPr>
          <p:cNvPr id="4" name="十角星 3">
            <a:extLst>
              <a:ext uri="{FF2B5EF4-FFF2-40B4-BE49-F238E27FC236}">
                <a16:creationId xmlns:a16="http://schemas.microsoft.com/office/drawing/2014/main" id="{373EE426-2836-CD21-1A51-ADD171E35785}"/>
              </a:ext>
            </a:extLst>
          </p:cNvPr>
          <p:cNvSpPr/>
          <p:nvPr/>
        </p:nvSpPr>
        <p:spPr>
          <a:xfrm>
            <a:off x="26890600" y="2669162"/>
            <a:ext cx="1156224" cy="853752"/>
          </a:xfrm>
          <a:prstGeom prst="star10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3800" b="1" dirty="0">
                <a:ln w="22225">
                  <a:noFill/>
                  <a:prstDash val="solid"/>
                </a:ln>
                <a:solidFill>
                  <a:schemeClr val="bg1"/>
                </a:solidFill>
                <a:latin typeface="Gabriola" pitchFamily="82" charset="0"/>
                <a:ea typeface="PilGi" pitchFamily="2" charset="-127"/>
              </a:rPr>
              <a:t>Yes!</a:t>
            </a:r>
            <a:endParaRPr kumimoji="1" lang="zh-CN" altLang="en-US" sz="3800" b="1" dirty="0">
              <a:ln w="22225">
                <a:noFill/>
                <a:prstDash val="solid"/>
              </a:ln>
              <a:solidFill>
                <a:schemeClr val="bg1"/>
              </a:solidFill>
              <a:latin typeface="Gabriola" pitchFamily="82" charset="0"/>
            </a:endParaRP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45CA4B25-6290-9881-F208-657E425DF88D}"/>
              </a:ext>
            </a:extLst>
          </p:cNvPr>
          <p:cNvSpPr/>
          <p:nvPr/>
        </p:nvSpPr>
        <p:spPr>
          <a:xfrm>
            <a:off x="275827" y="9717768"/>
            <a:ext cx="7232599" cy="492333"/>
          </a:xfrm>
          <a:prstGeom prst="roundRect">
            <a:avLst/>
          </a:prstGeom>
          <a:solidFill>
            <a:srgbClr val="EA5853"/>
          </a:solidFill>
          <a:ln w="28575"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" altLang="zh-CN" sz="2400" b="1" dirty="0">
                <a:solidFill>
                  <a:schemeClr val="bg1"/>
                </a:solidFill>
                <a:latin typeface="Helvetica" pitchFamily="2" charset="0"/>
              </a:rPr>
              <a:t>Where to Fine-tune?</a:t>
            </a:r>
            <a:endParaRPr kumimoji="1" lang="zh-CN" altLang="en-US" sz="2400" b="1" dirty="0">
              <a:solidFill>
                <a:schemeClr val="bg1"/>
              </a:solidFill>
              <a:latin typeface="Helvetica" pitchFamily="2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53124003-2378-502C-2D72-30F5C2DBD192}"/>
              </a:ext>
            </a:extLst>
          </p:cNvPr>
          <p:cNvSpPr txBox="1"/>
          <p:nvPr/>
        </p:nvSpPr>
        <p:spPr>
          <a:xfrm>
            <a:off x="3536415" y="5365075"/>
            <a:ext cx="385265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  <a:buClr>
                <a:srgbClr val="4EA72E">
                  <a:lumMod val="75000"/>
                </a:srgbClr>
              </a:buClr>
              <a:defRPr/>
            </a:pPr>
            <a:r>
              <a:rPr lang="en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Conventional Depth-First editing leads to </a:t>
            </a:r>
            <a:r>
              <a:rPr lang="en" altLang="zh-CN" sz="1600" b="1" dirty="0">
                <a:latin typeface="Arial" panose="020B0604020202020204" pitchFamily="34" charset="0"/>
                <a:cs typeface="Arial" panose="020B0604020202020204" pitchFamily="34" charset="0"/>
              </a:rPr>
              <a:t>Catastrophic Forgetting</a:t>
            </a:r>
            <a:r>
              <a:rPr lang="en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Our Breadth-First</a:t>
            </a:r>
            <a:r>
              <a:rPr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pipeline enables joint convergence, preserving all edits simultaneously.</a:t>
            </a:r>
            <a:endParaRPr kumimoji="1"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163A6CD0-126B-4CEE-7954-4E8C00D2BD25}"/>
              </a:ext>
            </a:extLst>
          </p:cNvPr>
          <p:cNvSpPr txBox="1"/>
          <p:nvPr/>
        </p:nvSpPr>
        <p:spPr>
          <a:xfrm>
            <a:off x="763430" y="10400487"/>
            <a:ext cx="1650874" cy="315908"/>
          </a:xfrm>
          <a:prstGeom prst="snip1Rect">
            <a:avLst/>
          </a:prstGeom>
          <a:solidFill>
            <a:srgbClr val="EA5853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kumimoji="1" lang="en" altLang="zh-CN" sz="1600" b="1" dirty="0">
                <a:solidFill>
                  <a:schemeClr val="bg1"/>
                </a:solidFill>
                <a:latin typeface="Helvetica" pitchFamily="2" charset="0"/>
              </a:rPr>
              <a:t>Location</a:t>
            </a:r>
            <a:endParaRPr kumimoji="1" lang="zh-CN" altLang="en-US" sz="1600" b="1" dirty="0">
              <a:solidFill>
                <a:schemeClr val="bg1"/>
              </a:solidFill>
              <a:latin typeface="Helvetica" pitchFamily="2" charset="0"/>
            </a:endParaRPr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6040F0CF-B2BE-C6B4-A151-85DB89F0440E}"/>
              </a:ext>
            </a:extLst>
          </p:cNvPr>
          <p:cNvGrpSpPr/>
          <p:nvPr/>
        </p:nvGrpSpPr>
        <p:grpSpPr>
          <a:xfrm>
            <a:off x="320113" y="3574794"/>
            <a:ext cx="510141" cy="646329"/>
            <a:chOff x="403150" y="3566319"/>
            <a:chExt cx="510141" cy="646329"/>
          </a:xfrm>
        </p:grpSpPr>
        <p:sp>
          <p:nvSpPr>
            <p:cNvPr id="34" name="六边形 33">
              <a:extLst>
                <a:ext uri="{FF2B5EF4-FFF2-40B4-BE49-F238E27FC236}">
                  <a16:creationId xmlns:a16="http://schemas.microsoft.com/office/drawing/2014/main" id="{F87F012D-FD67-0696-D7AE-6337744804C1}"/>
                </a:ext>
              </a:extLst>
            </p:cNvPr>
            <p:cNvSpPr/>
            <p:nvPr/>
          </p:nvSpPr>
          <p:spPr>
            <a:xfrm rot="5400000">
              <a:off x="362339" y="3646147"/>
              <a:ext cx="591764" cy="510141"/>
            </a:xfrm>
            <a:prstGeom prst="hexagon">
              <a:avLst/>
            </a:prstGeom>
            <a:solidFill>
              <a:srgbClr val="EA5853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67E3965A-39C1-E908-B8C8-03505636AAC0}"/>
                </a:ext>
              </a:extLst>
            </p:cNvPr>
            <p:cNvSpPr txBox="1"/>
            <p:nvPr/>
          </p:nvSpPr>
          <p:spPr>
            <a:xfrm>
              <a:off x="456739" y="3566319"/>
              <a:ext cx="395219" cy="64632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ctr" defTabSz="326532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3600" b="1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Palatino Linotype" panose="02040502050505030304" pitchFamily="18" charset="0"/>
                  <a:cs typeface="Arial" panose="020B0604020202020204" pitchFamily="34" charset="0"/>
                  <a:sym typeface="Calibri"/>
                </a:rPr>
                <a:t>1</a:t>
              </a:r>
              <a:endParaRPr kumimoji="0" lang="zh-CN" altLang="en-US" sz="36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Palatino Linotype" panose="02040502050505030304" pitchFamily="18" charset="0"/>
                <a:cs typeface="Arial" panose="020B0604020202020204" pitchFamily="34" charset="0"/>
                <a:sym typeface="Calibri"/>
              </a:endParaRPr>
            </a:p>
          </p:txBody>
        </p: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0364CD1D-2061-8D69-3CB4-12DCB5649AAC}"/>
              </a:ext>
            </a:extLst>
          </p:cNvPr>
          <p:cNvGrpSpPr/>
          <p:nvPr/>
        </p:nvGrpSpPr>
        <p:grpSpPr>
          <a:xfrm>
            <a:off x="316240" y="6589724"/>
            <a:ext cx="510141" cy="646329"/>
            <a:chOff x="403150" y="3566319"/>
            <a:chExt cx="510141" cy="646329"/>
          </a:xfrm>
        </p:grpSpPr>
        <p:sp>
          <p:nvSpPr>
            <p:cNvPr id="39" name="六边形 38">
              <a:extLst>
                <a:ext uri="{FF2B5EF4-FFF2-40B4-BE49-F238E27FC236}">
                  <a16:creationId xmlns:a16="http://schemas.microsoft.com/office/drawing/2014/main" id="{687ED787-42C6-4335-CA85-EE2F221C1115}"/>
                </a:ext>
              </a:extLst>
            </p:cNvPr>
            <p:cNvSpPr/>
            <p:nvPr/>
          </p:nvSpPr>
          <p:spPr>
            <a:xfrm rot="5400000">
              <a:off x="362339" y="3646147"/>
              <a:ext cx="591764" cy="510141"/>
            </a:xfrm>
            <a:prstGeom prst="hexagon">
              <a:avLst/>
            </a:prstGeom>
            <a:solidFill>
              <a:srgbClr val="EA5853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49468590-8FE4-29E2-9099-C2266AEFC4DE}"/>
                </a:ext>
              </a:extLst>
            </p:cNvPr>
            <p:cNvSpPr txBox="1"/>
            <p:nvPr/>
          </p:nvSpPr>
          <p:spPr>
            <a:xfrm>
              <a:off x="456739" y="3566319"/>
              <a:ext cx="395219" cy="64632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ctr" defTabSz="326532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3600" b="1" dirty="0">
                  <a:solidFill>
                    <a:schemeClr val="bg1"/>
                  </a:solidFill>
                  <a:latin typeface="Palatino Linotype" panose="02040502050505030304" pitchFamily="18" charset="0"/>
                  <a:cs typeface="Arial" panose="020B0604020202020204" pitchFamily="34" charset="0"/>
                  <a:sym typeface="Calibri"/>
                </a:rPr>
                <a:t>2</a:t>
              </a:r>
              <a:endParaRPr kumimoji="0" lang="zh-CN" altLang="en-US" sz="36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Palatino Linotype" panose="02040502050505030304" pitchFamily="18" charset="0"/>
                <a:cs typeface="Arial" panose="020B0604020202020204" pitchFamily="34" charset="0"/>
                <a:sym typeface="Calibri"/>
              </a:endParaRPr>
            </a:p>
          </p:txBody>
        </p:sp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2F1DF59A-FCD6-1542-12A3-ADA1F6681D34}"/>
              </a:ext>
            </a:extLst>
          </p:cNvPr>
          <p:cNvGrpSpPr/>
          <p:nvPr/>
        </p:nvGrpSpPr>
        <p:grpSpPr>
          <a:xfrm>
            <a:off x="314622" y="10220850"/>
            <a:ext cx="510141" cy="646329"/>
            <a:chOff x="403150" y="3566319"/>
            <a:chExt cx="510141" cy="646329"/>
          </a:xfrm>
        </p:grpSpPr>
        <p:sp>
          <p:nvSpPr>
            <p:cNvPr id="44" name="六边形 43">
              <a:extLst>
                <a:ext uri="{FF2B5EF4-FFF2-40B4-BE49-F238E27FC236}">
                  <a16:creationId xmlns:a16="http://schemas.microsoft.com/office/drawing/2014/main" id="{D23A974F-9D72-9F4F-C2FF-D8ECD91A227D}"/>
                </a:ext>
              </a:extLst>
            </p:cNvPr>
            <p:cNvSpPr/>
            <p:nvPr/>
          </p:nvSpPr>
          <p:spPr>
            <a:xfrm rot="5400000">
              <a:off x="362339" y="3646147"/>
              <a:ext cx="591764" cy="510141"/>
            </a:xfrm>
            <a:prstGeom prst="hexagon">
              <a:avLst/>
            </a:prstGeom>
            <a:solidFill>
              <a:srgbClr val="EA5853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D19AA287-A770-46D1-A728-C9E2C9A49A54}"/>
                </a:ext>
              </a:extLst>
            </p:cNvPr>
            <p:cNvSpPr txBox="1"/>
            <p:nvPr/>
          </p:nvSpPr>
          <p:spPr>
            <a:xfrm>
              <a:off x="456739" y="3566319"/>
              <a:ext cx="395219" cy="64632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ctr" defTabSz="326532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3600" b="1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Palatino Linotype" panose="02040502050505030304" pitchFamily="18" charset="0"/>
                  <a:cs typeface="Arial" panose="020B0604020202020204" pitchFamily="34" charset="0"/>
                  <a:sym typeface="Calibri"/>
                </a:rPr>
                <a:t>3</a:t>
              </a:r>
              <a:endParaRPr kumimoji="0" lang="zh-CN" altLang="en-US" sz="36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Palatino Linotype" panose="02040502050505030304" pitchFamily="18" charset="0"/>
                <a:cs typeface="Arial" panose="020B0604020202020204" pitchFamily="34" charset="0"/>
                <a:sym typeface="Calibri"/>
              </a:endParaRPr>
            </a:p>
          </p:txBody>
        </p:sp>
      </p:grpSp>
      <p:pic>
        <p:nvPicPr>
          <p:cNvPr id="75" name="图形 74">
            <a:extLst>
              <a:ext uri="{FF2B5EF4-FFF2-40B4-BE49-F238E27FC236}">
                <a16:creationId xmlns:a16="http://schemas.microsoft.com/office/drawing/2014/main" id="{DDF6CBF9-1901-C46F-033E-AFA405968A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695755" y="5906463"/>
            <a:ext cx="453090" cy="453090"/>
          </a:xfrm>
          <a:prstGeom prst="rect">
            <a:avLst/>
          </a:prstGeom>
        </p:spPr>
      </p:pic>
      <p:pic>
        <p:nvPicPr>
          <p:cNvPr id="76" name="图形 75">
            <a:extLst>
              <a:ext uri="{FF2B5EF4-FFF2-40B4-BE49-F238E27FC236}">
                <a16:creationId xmlns:a16="http://schemas.microsoft.com/office/drawing/2014/main" id="{EA63C45B-B8BE-44E6-6C6C-7A50014F75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733094" y="6459172"/>
            <a:ext cx="366148" cy="366148"/>
          </a:xfrm>
          <a:prstGeom prst="rect">
            <a:avLst/>
          </a:prstGeom>
        </p:spPr>
      </p:pic>
      <p:pic>
        <p:nvPicPr>
          <p:cNvPr id="82" name="图形 81">
            <a:extLst>
              <a:ext uri="{FF2B5EF4-FFF2-40B4-BE49-F238E27FC236}">
                <a16:creationId xmlns:a16="http://schemas.microsoft.com/office/drawing/2014/main" id="{D1A11168-9B10-8056-1EF9-696EB19EAD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0679194" y="6896681"/>
            <a:ext cx="453091" cy="453091"/>
          </a:xfrm>
          <a:prstGeom prst="rect">
            <a:avLst/>
          </a:prstGeom>
        </p:spPr>
      </p:pic>
      <p:sp>
        <p:nvSpPr>
          <p:cNvPr id="90" name="文本框 89">
            <a:extLst>
              <a:ext uri="{FF2B5EF4-FFF2-40B4-BE49-F238E27FC236}">
                <a16:creationId xmlns:a16="http://schemas.microsoft.com/office/drawing/2014/main" id="{E598472F-70E4-E334-D494-91BBCE50D3DD}"/>
              </a:ext>
            </a:extLst>
          </p:cNvPr>
          <p:cNvSpPr txBox="1"/>
          <p:nvPr/>
        </p:nvSpPr>
        <p:spPr>
          <a:xfrm>
            <a:off x="22544664" y="8427192"/>
            <a:ext cx="33530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b="1" dirty="0">
                <a:latin typeface="+mj-lt"/>
              </a:rPr>
              <a:t>Stay stable to </a:t>
            </a:r>
            <a:r>
              <a:rPr kumimoji="1" lang="en-US" altLang="zh-CN" sz="2800" b="1" dirty="0">
                <a:solidFill>
                  <a:srgbClr val="FF0000"/>
                </a:solidFill>
                <a:latin typeface="+mj-lt"/>
              </a:rPr>
              <a:t>100K</a:t>
            </a:r>
            <a:r>
              <a:rPr kumimoji="1" lang="zh-CN" altLang="en-US" sz="2800" b="1" dirty="0">
                <a:solidFill>
                  <a:srgbClr val="FF0000"/>
                </a:solidFill>
                <a:latin typeface="+mj-lt"/>
              </a:rPr>
              <a:t> </a:t>
            </a:r>
            <a:r>
              <a:rPr kumimoji="1" lang="en-US" altLang="zh-CN" sz="2800" b="1" dirty="0">
                <a:solidFill>
                  <a:srgbClr val="FF0000"/>
                </a:solidFill>
                <a:latin typeface="+mj-lt"/>
              </a:rPr>
              <a:t>Edits</a:t>
            </a:r>
            <a:endParaRPr kumimoji="1" lang="zh-CN" altLang="en-US" sz="2800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6B6746DE-A31D-D66C-02A8-CBE23451B77C}"/>
              </a:ext>
            </a:extLst>
          </p:cNvPr>
          <p:cNvSpPr txBox="1"/>
          <p:nvPr/>
        </p:nvSpPr>
        <p:spPr>
          <a:xfrm>
            <a:off x="22591226" y="11207831"/>
            <a:ext cx="47115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283366">
              <a:spcAft>
                <a:spcPts val="770"/>
              </a:spcAft>
              <a:buSzPct val="60000"/>
              <a:defRPr/>
            </a:pPr>
            <a:r>
              <a:rPr lang="en-US" altLang="zh-CN" sz="2000" b="1" kern="2300" dirty="0">
                <a:latin typeface="+mj-lt"/>
              </a:rPr>
              <a:t>Seamlessly extended to </a:t>
            </a:r>
            <a:r>
              <a:rPr lang="en-US" altLang="zh-CN" sz="2800" b="1" kern="2300" dirty="0">
                <a:solidFill>
                  <a:srgbClr val="FF0000"/>
                </a:solidFill>
                <a:latin typeface="+mj-lt"/>
              </a:rPr>
              <a:t>72B Models </a:t>
            </a: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A29D04AB-210D-73F3-D1D6-8CD0E09D2815}"/>
              </a:ext>
            </a:extLst>
          </p:cNvPr>
          <p:cNvSpPr/>
          <p:nvPr/>
        </p:nvSpPr>
        <p:spPr>
          <a:xfrm>
            <a:off x="20802285" y="5423227"/>
            <a:ext cx="7809767" cy="304702"/>
          </a:xfrm>
          <a:prstGeom prst="rect">
            <a:avLst/>
          </a:prstGeom>
          <a:solidFill>
            <a:schemeClr val="accent6">
              <a:lumMod val="40000"/>
              <a:lumOff val="60000"/>
              <a:alpha val="2431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noFill/>
            </a:endParaRPr>
          </a:p>
        </p:txBody>
      </p:sp>
      <p:grpSp>
        <p:nvGrpSpPr>
          <p:cNvPr id="112" name="组合 111">
            <a:extLst>
              <a:ext uri="{FF2B5EF4-FFF2-40B4-BE49-F238E27FC236}">
                <a16:creationId xmlns:a16="http://schemas.microsoft.com/office/drawing/2014/main" id="{87F286FC-443C-F100-4605-0214E5C2E92C}"/>
              </a:ext>
            </a:extLst>
          </p:cNvPr>
          <p:cNvGrpSpPr/>
          <p:nvPr/>
        </p:nvGrpSpPr>
        <p:grpSpPr>
          <a:xfrm>
            <a:off x="20811570" y="11003760"/>
            <a:ext cx="1647818" cy="914610"/>
            <a:chOff x="23303102" y="11163407"/>
            <a:chExt cx="1647818" cy="914610"/>
          </a:xfrm>
        </p:grpSpPr>
        <p:pic>
          <p:nvPicPr>
            <p:cNvPr id="86" name="图形 85">
              <a:extLst>
                <a:ext uri="{FF2B5EF4-FFF2-40B4-BE49-F238E27FC236}">
                  <a16:creationId xmlns:a16="http://schemas.microsoft.com/office/drawing/2014/main" id="{91DE32BA-9FB6-F3F3-615D-4FA79EDBF2A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4036310" y="11163407"/>
              <a:ext cx="914610" cy="914610"/>
            </a:xfrm>
            <a:prstGeom prst="rect">
              <a:avLst/>
            </a:prstGeom>
          </p:spPr>
        </p:pic>
        <p:pic>
          <p:nvPicPr>
            <p:cNvPr id="101" name="图形 100">
              <a:extLst>
                <a:ext uri="{FF2B5EF4-FFF2-40B4-BE49-F238E27FC236}">
                  <a16:creationId xmlns:a16="http://schemas.microsoft.com/office/drawing/2014/main" id="{1ECA690F-740D-BA27-1283-86A7904FC9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3303102" y="11603191"/>
              <a:ext cx="360000" cy="360000"/>
            </a:xfrm>
            <a:prstGeom prst="rect">
              <a:avLst/>
            </a:prstGeom>
          </p:spPr>
        </p:pic>
        <p:pic>
          <p:nvPicPr>
            <p:cNvPr id="103" name="图形 102" descr="箭头: 轻微弯曲 纯色填充">
              <a:extLst>
                <a:ext uri="{FF2B5EF4-FFF2-40B4-BE49-F238E27FC236}">
                  <a16:creationId xmlns:a16="http://schemas.microsoft.com/office/drawing/2014/main" id="{AA7F8A8C-CF3C-E1EA-9B92-017C3F4A50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 rot="19928630">
              <a:off x="23683342" y="11547970"/>
              <a:ext cx="427029" cy="427029"/>
            </a:xfrm>
            <a:prstGeom prst="rect">
              <a:avLst/>
            </a:prstGeom>
          </p:spPr>
        </p:pic>
      </p:grpSp>
      <p:pic>
        <p:nvPicPr>
          <p:cNvPr id="108" name="图形 107" descr="V 形箭头 纯色填充">
            <a:extLst>
              <a:ext uri="{FF2B5EF4-FFF2-40B4-BE49-F238E27FC236}">
                <a16:creationId xmlns:a16="http://schemas.microsoft.com/office/drawing/2014/main" id="{3CCCE826-7931-6E58-0E96-8B548E1A21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0786959" y="8483647"/>
            <a:ext cx="1307617" cy="45415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文本框 112">
                <a:extLst>
                  <a:ext uri="{FF2B5EF4-FFF2-40B4-BE49-F238E27FC236}">
                    <a16:creationId xmlns:a16="http://schemas.microsoft.com/office/drawing/2014/main" id="{9E0C4620-8E71-86C9-EBAD-2081E1ADCCCB}"/>
                  </a:ext>
                </a:extLst>
              </p:cNvPr>
              <p:cNvSpPr txBox="1"/>
              <p:nvPr/>
            </p:nvSpPr>
            <p:spPr>
              <a:xfrm>
                <a:off x="21136580" y="6348587"/>
                <a:ext cx="7544951" cy="5132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" altLang="zh-CN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Strong capability retention:  </a:t>
                </a:r>
                <a14:m>
                  <m:oMath xmlns:m="http://schemas.openxmlformats.org/officeDocument/2006/math">
                    <m:r>
                      <a:rPr lang="en-US" altLang="zh-CN" sz="2800" b="1" i="0" kern="2300" smtClean="0">
                        <a:solidFill>
                          <a:srgbClr val="1B539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en-US" altLang="zh-CN" sz="2800" b="1" kern="2300">
                        <a:solidFill>
                          <a:srgbClr val="1B539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800" b="1" i="0" kern="23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800" b="1" i="0" kern="23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altLang="zh-CN" sz="2800" b="1" i="0" kern="23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altLang="zh-CN" sz="2800" b="1" i="0" kern="23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𝟑𝟑</m:t>
                    </m:r>
                    <m:r>
                      <a:rPr lang="en-US" altLang="zh-CN" sz="2800" b="1" i="0" kern="23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%</m:t>
                    </m:r>
                    <m:r>
                      <a:rPr lang="zh-CN" altLang="en-US" sz="2800" b="1" i="0" kern="23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altLang="zh-CN" kern="2300" dirty="0">
                    <a:latin typeface="Arial" panose="020B0604020202020204" pitchFamily="34" charset="0"/>
                    <a:cs typeface="Arial" panose="020B0604020202020204" pitchFamily="34" charset="0"/>
                  </a:rPr>
                  <a:t>loss </a:t>
                </a:r>
                <a:r>
                  <a:rPr lang="en-US" altLang="zh-CN" kern="2300" dirty="0">
                    <a:solidFill>
                      <a:prstClr val="black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across all settings.</a:t>
                </a:r>
                <a:endParaRPr lang="en-US" altLang="zh-CN" kern="23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3" name="文本框 112">
                <a:extLst>
                  <a:ext uri="{FF2B5EF4-FFF2-40B4-BE49-F238E27FC236}">
                    <a16:creationId xmlns:a16="http://schemas.microsoft.com/office/drawing/2014/main" id="{9E0C4620-8E71-86C9-EBAD-2081E1ADCC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36580" y="6348587"/>
                <a:ext cx="7544951" cy="513282"/>
              </a:xfrm>
              <a:prstGeom prst="rect">
                <a:avLst/>
              </a:prstGeom>
              <a:blipFill>
                <a:blip r:embed="rId12"/>
                <a:stretch>
                  <a:fillRect l="-672" b="-261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文本框 113">
                <a:extLst>
                  <a:ext uri="{FF2B5EF4-FFF2-40B4-BE49-F238E27FC236}">
                    <a16:creationId xmlns:a16="http://schemas.microsoft.com/office/drawing/2014/main" id="{CF434F44-7347-AE22-D4B0-3059B40DF2D2}"/>
                  </a:ext>
                </a:extLst>
              </p:cNvPr>
              <p:cNvSpPr txBox="1"/>
              <p:nvPr/>
            </p:nvSpPr>
            <p:spPr>
              <a:xfrm>
                <a:off x="21136580" y="5879364"/>
                <a:ext cx="7180684" cy="5132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" altLang="zh-CN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Best reliability in all settings</a:t>
                </a:r>
                <a:r>
                  <a:rPr kumimoji="1" lang="en-US" altLang="zh-CN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  <a:r>
                  <a:rPr lang="en-US" altLang="zh-CN" sz="2400" b="1" kern="2300" dirty="0">
                    <a:solidFill>
                      <a:srgbClr val="1B539B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b="1" i="0" kern="2300" smtClean="0">
                        <a:solidFill>
                          <a:srgbClr val="1B539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800" b="1" i="1" kern="23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800" b="1" i="1" kern="23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𝟑𝟑</m:t>
                    </m:r>
                    <m:r>
                      <a:rPr lang="en-US" altLang="zh-CN" sz="2800" b="1" i="1" kern="23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altLang="zh-CN" sz="2800" b="1" i="1" kern="23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𝟕</m:t>
                    </m:r>
                    <m:r>
                      <a:rPr lang="en-US" altLang="zh-CN" sz="2800" b="1" i="1" kern="23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% </m:t>
                    </m:r>
                  </m:oMath>
                </a14:m>
                <a:r>
                  <a:rPr lang="zh-CN" altLang="en-US" kern="23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kern="2300" dirty="0">
                    <a:latin typeface="Arial" panose="020B0604020202020204" pitchFamily="34" charset="0"/>
                    <a:cs typeface="Arial" panose="020B0604020202020204" pitchFamily="34" charset="0"/>
                  </a:rPr>
                  <a:t>over the second-best.</a:t>
                </a:r>
                <a:endParaRPr lang="fr-FR" altLang="zh-CN" b="1" kern="23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4" name="文本框 113">
                <a:extLst>
                  <a:ext uri="{FF2B5EF4-FFF2-40B4-BE49-F238E27FC236}">
                    <a16:creationId xmlns:a16="http://schemas.microsoft.com/office/drawing/2014/main" id="{CF434F44-7347-AE22-D4B0-3059B40DF2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36580" y="5879364"/>
                <a:ext cx="7180684" cy="513282"/>
              </a:xfrm>
              <a:prstGeom prst="rect">
                <a:avLst/>
              </a:prstGeom>
              <a:blipFill>
                <a:blip r:embed="rId13"/>
                <a:stretch>
                  <a:fillRect l="-707" r="-707" b="-238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文本框 115">
                <a:extLst>
                  <a:ext uri="{FF2B5EF4-FFF2-40B4-BE49-F238E27FC236}">
                    <a16:creationId xmlns:a16="http://schemas.microsoft.com/office/drawing/2014/main" id="{D7BB2F5B-84C8-DE29-16CE-7E60890B019E}"/>
                  </a:ext>
                </a:extLst>
              </p:cNvPr>
              <p:cNvSpPr txBox="1"/>
              <p:nvPr/>
            </p:nvSpPr>
            <p:spPr>
              <a:xfrm>
                <a:off x="21136580" y="6836441"/>
                <a:ext cx="7241085" cy="5194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283366">
                  <a:lnSpc>
                    <a:spcPct val="110000"/>
                  </a:lnSpc>
                  <a:spcAft>
                    <a:spcPts val="770"/>
                  </a:spcAft>
                  <a:buSzPct val="60000"/>
                  <a:defRPr/>
                </a:pPr>
                <a:r>
                  <a:rPr lang="en-US" altLang="zh-CN" b="1" kern="23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Top-tier</a:t>
                </a:r>
                <a:r>
                  <a:rPr lang="zh-CN" altLang="en-US" b="1" kern="23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</a:t>
                </a:r>
                <a:r>
                  <a:rPr lang="en-US" altLang="zh-CN" b="1" kern="23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editing efficiency: </a:t>
                </a:r>
                <a14:m>
                  <m:oMath xmlns:m="http://schemas.openxmlformats.org/officeDocument/2006/math">
                    <m:r>
                      <a:rPr lang="en-US" altLang="zh-CN" sz="2800" b="1" i="0" kern="2300" smtClean="0">
                        <a:solidFill>
                          <a:srgbClr val="1B539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</m:t>
                    </m:r>
                    <m:r>
                      <a:rPr lang="en-US" altLang="zh-CN" sz="2800" b="1" i="1" kern="23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𝟓𝟎</m:t>
                    </m:r>
                    <m:r>
                      <a:rPr lang="en-US" altLang="zh-CN" sz="2800" b="1" i="1" kern="23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zh-CN" sz="2000" kern="23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zh-CN" altLang="en-US" sz="2000" kern="23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kern="2300" dirty="0">
                    <a:latin typeface="Arial" panose="020B0604020202020204" pitchFamily="34" charset="0"/>
                    <a:cs typeface="Arial" panose="020B0604020202020204" pitchFamily="34" charset="0"/>
                  </a:rPr>
                  <a:t>faster than locate-then-edit.</a:t>
                </a:r>
              </a:p>
            </p:txBody>
          </p:sp>
        </mc:Choice>
        <mc:Fallback xmlns="">
          <p:sp>
            <p:nvSpPr>
              <p:cNvPr id="116" name="文本框 115">
                <a:extLst>
                  <a:ext uri="{FF2B5EF4-FFF2-40B4-BE49-F238E27FC236}">
                    <a16:creationId xmlns:a16="http://schemas.microsoft.com/office/drawing/2014/main" id="{D7BB2F5B-84C8-DE29-16CE-7E60890B01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36580" y="6836441"/>
                <a:ext cx="7241085" cy="519438"/>
              </a:xfrm>
              <a:prstGeom prst="rect">
                <a:avLst/>
              </a:prstGeom>
              <a:blipFill>
                <a:blip r:embed="rId14"/>
                <a:stretch>
                  <a:fillRect l="-701" b="-238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7" name="文本框 116">
            <a:extLst>
              <a:ext uri="{FF2B5EF4-FFF2-40B4-BE49-F238E27FC236}">
                <a16:creationId xmlns:a16="http://schemas.microsoft.com/office/drawing/2014/main" id="{03785EA2-A4D0-8937-28AD-9ED5C2595A4A}"/>
              </a:ext>
            </a:extLst>
          </p:cNvPr>
          <p:cNvSpPr txBox="1"/>
          <p:nvPr/>
        </p:nvSpPr>
        <p:spPr>
          <a:xfrm>
            <a:off x="25591449" y="13552219"/>
            <a:ext cx="2662908" cy="360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dirty="0">
                <a:latin typeface="Helvetica" pitchFamily="2" charset="0"/>
                <a:ea typeface="+mj-ea"/>
                <a:cs typeface="Arial" panose="020B0604020202020204" pitchFamily="34" charset="0"/>
              </a:rPr>
              <a:t>yangwanli24z@ict.ac.cn</a:t>
            </a:r>
          </a:p>
        </p:txBody>
      </p:sp>
      <p:pic>
        <p:nvPicPr>
          <p:cNvPr id="118" name="图片 117">
            <a:extLst>
              <a:ext uri="{FF2B5EF4-FFF2-40B4-BE49-F238E27FC236}">
                <a16:creationId xmlns:a16="http://schemas.microsoft.com/office/drawing/2014/main" id="{079D0B0B-4750-4584-3853-6508A4CB314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5238002" y="13647875"/>
            <a:ext cx="353447" cy="247072"/>
          </a:xfrm>
          <a:prstGeom prst="rect">
            <a:avLst/>
          </a:prstGeom>
        </p:spPr>
      </p:pic>
      <p:sp>
        <p:nvSpPr>
          <p:cNvPr id="15" name="十角星 14">
            <a:extLst>
              <a:ext uri="{FF2B5EF4-FFF2-40B4-BE49-F238E27FC236}">
                <a16:creationId xmlns:a16="http://schemas.microsoft.com/office/drawing/2014/main" id="{05A418A3-8172-BC60-3021-AD2E176735BA}"/>
              </a:ext>
            </a:extLst>
          </p:cNvPr>
          <p:cNvSpPr/>
          <p:nvPr/>
        </p:nvSpPr>
        <p:spPr>
          <a:xfrm>
            <a:off x="26946354" y="7552748"/>
            <a:ext cx="1044715" cy="853752"/>
          </a:xfrm>
          <a:prstGeom prst="star10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3800" b="1" dirty="0">
                <a:ln w="22225">
                  <a:noFill/>
                  <a:prstDash val="solid"/>
                </a:ln>
                <a:solidFill>
                  <a:schemeClr val="bg1"/>
                </a:solidFill>
                <a:latin typeface="Gabriola" pitchFamily="82" charset="0"/>
                <a:ea typeface="PilGi" pitchFamily="2" charset="-127"/>
              </a:rPr>
              <a:t>Yes!</a:t>
            </a:r>
            <a:endParaRPr kumimoji="1" lang="zh-CN" altLang="en-US" sz="3800" b="1" dirty="0">
              <a:ln w="22225">
                <a:noFill/>
                <a:prstDash val="solid"/>
              </a:ln>
              <a:solidFill>
                <a:schemeClr val="bg1"/>
              </a:solidFill>
              <a:latin typeface="Gabriola" pitchFamily="82" charset="0"/>
            </a:endParaRP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CBE9555A-5707-BF50-F02A-44706496AD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0941229" y="766609"/>
            <a:ext cx="1330379" cy="1330379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3C137C64-1FDD-207A-F2B7-FDF6A760DC27}"/>
              </a:ext>
            </a:extLst>
          </p:cNvPr>
          <p:cNvSpPr txBox="1"/>
          <p:nvPr/>
        </p:nvSpPr>
        <p:spPr>
          <a:xfrm>
            <a:off x="21301124" y="374916"/>
            <a:ext cx="8611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2000" b="1" dirty="0"/>
              <a:t>Paper</a:t>
            </a:r>
            <a:endParaRPr lang="en" altLang="zh-CN" b="1" dirty="0"/>
          </a:p>
        </p:txBody>
      </p:sp>
      <p:pic>
        <p:nvPicPr>
          <p:cNvPr id="21" name="图形 14">
            <a:extLst>
              <a:ext uri="{FF2B5EF4-FFF2-40B4-BE49-F238E27FC236}">
                <a16:creationId xmlns:a16="http://schemas.microsoft.com/office/drawing/2014/main" id="{8B32F2B7-B85E-3F93-B1C3-1A223E5533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6890600" y="1335717"/>
            <a:ext cx="1156224" cy="1156224"/>
          </a:xfrm>
          <a:prstGeom prst="rect">
            <a:avLst/>
          </a:prstGeom>
        </p:spPr>
      </p:pic>
      <p:pic>
        <p:nvPicPr>
          <p:cNvPr id="27" name="图片 10">
            <a:extLst>
              <a:ext uri="{FF2B5EF4-FFF2-40B4-BE49-F238E27FC236}">
                <a16:creationId xmlns:a16="http://schemas.microsoft.com/office/drawing/2014/main" id="{12ABE9FB-6588-F58C-A0F2-9A90ECCCDD11}"/>
              </a:ext>
            </a:extLst>
          </p:cNvPr>
          <p:cNvPicPr>
            <a:picLocks noChangeAspect="1"/>
          </p:cNvPicPr>
          <p:nvPr/>
        </p:nvPicPr>
        <p:blipFill rotWithShape="1">
          <a:blip r:embed="rId18"/>
          <a:srcRect l="6025" t="19353" r="9220" b="9799"/>
          <a:stretch/>
        </p:blipFill>
        <p:spPr>
          <a:xfrm>
            <a:off x="25238229" y="1369628"/>
            <a:ext cx="1346294" cy="1105996"/>
          </a:xfrm>
          <a:prstGeom prst="rect">
            <a:avLst/>
          </a:prstGeom>
        </p:spPr>
      </p:pic>
      <p:pic>
        <p:nvPicPr>
          <p:cNvPr id="59" name="图片 58">
            <a:extLst>
              <a:ext uri="{FF2B5EF4-FFF2-40B4-BE49-F238E27FC236}">
                <a16:creationId xmlns:a16="http://schemas.microsoft.com/office/drawing/2014/main" id="{55C1D2A3-6EC7-26BA-8FDB-EF98C49B5009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 l="1088" t="7635" r="50753" b="8467"/>
          <a:stretch>
            <a:fillRect/>
          </a:stretch>
        </p:blipFill>
        <p:spPr>
          <a:xfrm>
            <a:off x="8992923" y="7424638"/>
            <a:ext cx="7404635" cy="2036777"/>
          </a:xfrm>
          <a:prstGeom prst="roundRect">
            <a:avLst>
              <a:gd name="adj" fmla="val 690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57" name="图片 56">
            <a:extLst>
              <a:ext uri="{FF2B5EF4-FFF2-40B4-BE49-F238E27FC236}">
                <a16:creationId xmlns:a16="http://schemas.microsoft.com/office/drawing/2014/main" id="{ADBE9AF6-6689-F149-F6C1-6AD51FEF7404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10973" y="4206401"/>
            <a:ext cx="3040995" cy="2237303"/>
          </a:xfrm>
          <a:prstGeom prst="rect">
            <a:avLst/>
          </a:prstGeom>
        </p:spPr>
      </p:pic>
      <p:pic>
        <p:nvPicPr>
          <p:cNvPr id="61" name="图片 60">
            <a:extLst>
              <a:ext uri="{FF2B5EF4-FFF2-40B4-BE49-F238E27FC236}">
                <a16:creationId xmlns:a16="http://schemas.microsoft.com/office/drawing/2014/main" id="{8967222A-8824-6B38-6C95-8342630F63E4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 b="73441"/>
          <a:stretch>
            <a:fillRect/>
          </a:stretch>
        </p:blipFill>
        <p:spPr>
          <a:xfrm>
            <a:off x="20434187" y="11918370"/>
            <a:ext cx="8100000" cy="1290743"/>
          </a:xfrm>
          <a:prstGeom prst="rect">
            <a:avLst/>
          </a:prstGeom>
        </p:spPr>
      </p:pic>
      <p:pic>
        <p:nvPicPr>
          <p:cNvPr id="63" name="图片 62">
            <a:extLst>
              <a:ext uri="{FF2B5EF4-FFF2-40B4-BE49-F238E27FC236}">
                <a16:creationId xmlns:a16="http://schemas.microsoft.com/office/drawing/2014/main" id="{76E5E993-4E7D-7529-FBEA-A23E19069F23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0339517" y="3516688"/>
            <a:ext cx="8296875" cy="2187733"/>
          </a:xfrm>
          <a:prstGeom prst="rect">
            <a:avLst/>
          </a:prstGeom>
        </p:spPr>
      </p:pic>
      <p:pic>
        <p:nvPicPr>
          <p:cNvPr id="65" name="图片 64">
            <a:extLst>
              <a:ext uri="{FF2B5EF4-FFF2-40B4-BE49-F238E27FC236}">
                <a16:creationId xmlns:a16="http://schemas.microsoft.com/office/drawing/2014/main" id="{EF561799-2C20-DEC2-27EF-916F41F06A77}"/>
              </a:ext>
            </a:extLst>
          </p:cNvPr>
          <p:cNvPicPr>
            <a:picLocks noChangeAspect="1"/>
          </p:cNvPicPr>
          <p:nvPr/>
        </p:nvPicPr>
        <p:blipFill>
          <a:blip r:embed="rId23"/>
          <a:srcRect b="90991"/>
          <a:stretch>
            <a:fillRect/>
          </a:stretch>
        </p:blipFill>
        <p:spPr>
          <a:xfrm>
            <a:off x="510973" y="10877670"/>
            <a:ext cx="6714091" cy="396942"/>
          </a:xfrm>
          <a:prstGeom prst="rect">
            <a:avLst/>
          </a:prstGeom>
        </p:spPr>
      </p:pic>
      <p:pic>
        <p:nvPicPr>
          <p:cNvPr id="67" name="图片 66">
            <a:extLst>
              <a:ext uri="{FF2B5EF4-FFF2-40B4-BE49-F238E27FC236}">
                <a16:creationId xmlns:a16="http://schemas.microsoft.com/office/drawing/2014/main" id="{D085853E-E22D-51D7-F60B-C796220DA9A9}"/>
              </a:ext>
            </a:extLst>
          </p:cNvPr>
          <p:cNvPicPr>
            <a:picLocks noChangeAspect="1"/>
          </p:cNvPicPr>
          <p:nvPr/>
        </p:nvPicPr>
        <p:blipFill>
          <a:blip r:embed="rId24"/>
          <a:srcRect l="66263" t="21133" r="1901" b="3398"/>
          <a:stretch>
            <a:fillRect/>
          </a:stretch>
        </p:blipFill>
        <p:spPr>
          <a:xfrm>
            <a:off x="590190" y="7384073"/>
            <a:ext cx="2590208" cy="1862034"/>
          </a:xfrm>
          <a:prstGeom prst="rect">
            <a:avLst/>
          </a:prstGeom>
        </p:spPr>
      </p:pic>
      <p:pic>
        <p:nvPicPr>
          <p:cNvPr id="69" name="图片 68">
            <a:extLst>
              <a:ext uri="{FF2B5EF4-FFF2-40B4-BE49-F238E27FC236}">
                <a16:creationId xmlns:a16="http://schemas.microsoft.com/office/drawing/2014/main" id="{7EE70BD9-1245-7F55-5D7E-0F79D4B9FAF7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560755" y="3989941"/>
            <a:ext cx="3747458" cy="1370598"/>
          </a:xfrm>
          <a:prstGeom prst="rect">
            <a:avLst/>
          </a:prstGeom>
        </p:spPr>
      </p:pic>
      <p:pic>
        <p:nvPicPr>
          <p:cNvPr id="71" name="图片 70">
            <a:extLst>
              <a:ext uri="{FF2B5EF4-FFF2-40B4-BE49-F238E27FC236}">
                <a16:creationId xmlns:a16="http://schemas.microsoft.com/office/drawing/2014/main" id="{ED624A3A-0F01-21B7-1D5C-D9B810D191FF}"/>
              </a:ext>
            </a:extLst>
          </p:cNvPr>
          <p:cNvPicPr>
            <a:picLocks noChangeAspect="1"/>
          </p:cNvPicPr>
          <p:nvPr/>
        </p:nvPicPr>
        <p:blipFill>
          <a:blip r:embed="rId24"/>
          <a:srcRect l="19681" t="5821" r="21414" b="79727"/>
          <a:stretch>
            <a:fillRect/>
          </a:stretch>
        </p:blipFill>
        <p:spPr>
          <a:xfrm>
            <a:off x="3180398" y="7541538"/>
            <a:ext cx="4140000" cy="308011"/>
          </a:xfrm>
          <a:prstGeom prst="rect">
            <a:avLst/>
          </a:prstGeom>
        </p:spPr>
      </p:pic>
      <p:pic>
        <p:nvPicPr>
          <p:cNvPr id="72" name="图片 71">
            <a:extLst>
              <a:ext uri="{FF2B5EF4-FFF2-40B4-BE49-F238E27FC236}">
                <a16:creationId xmlns:a16="http://schemas.microsoft.com/office/drawing/2014/main" id="{E2CB9012-CCA1-4018-61F3-F2185CFF9843}"/>
              </a:ext>
            </a:extLst>
          </p:cNvPr>
          <p:cNvPicPr>
            <a:picLocks noChangeAspect="1"/>
          </p:cNvPicPr>
          <p:nvPr/>
        </p:nvPicPr>
        <p:blipFill>
          <a:blip r:embed="rId23"/>
          <a:srcRect l="748" t="67005" b="570"/>
          <a:stretch>
            <a:fillRect/>
          </a:stretch>
        </p:blipFill>
        <p:spPr>
          <a:xfrm>
            <a:off x="540027" y="11253584"/>
            <a:ext cx="6752923" cy="1447797"/>
          </a:xfrm>
          <a:prstGeom prst="rect">
            <a:avLst/>
          </a:prstGeom>
        </p:spPr>
      </p:pic>
      <p:pic>
        <p:nvPicPr>
          <p:cNvPr id="73" name="图片 72">
            <a:extLst>
              <a:ext uri="{FF2B5EF4-FFF2-40B4-BE49-F238E27FC236}">
                <a16:creationId xmlns:a16="http://schemas.microsoft.com/office/drawing/2014/main" id="{8239E129-CFB9-DD36-07F6-B38B47BAC6D2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 t="27239" b="33417"/>
          <a:stretch>
            <a:fillRect/>
          </a:stretch>
        </p:blipFill>
        <p:spPr>
          <a:xfrm>
            <a:off x="20434187" y="9019882"/>
            <a:ext cx="8100000" cy="1912133"/>
          </a:xfrm>
          <a:prstGeom prst="rect">
            <a:avLst/>
          </a:prstGeom>
        </p:spPr>
      </p:pic>
      <p:pic>
        <p:nvPicPr>
          <p:cNvPr id="74" name="图片 73">
            <a:extLst>
              <a:ext uri="{FF2B5EF4-FFF2-40B4-BE49-F238E27FC236}">
                <a16:creationId xmlns:a16="http://schemas.microsoft.com/office/drawing/2014/main" id="{62ED707C-C1E9-34EB-F3C5-94D6E612108A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 l="51028" t="8376" r="851" b="8107"/>
          <a:stretch>
            <a:fillRect/>
          </a:stretch>
        </p:blipFill>
        <p:spPr>
          <a:xfrm>
            <a:off x="8992923" y="10397576"/>
            <a:ext cx="7432454" cy="2036777"/>
          </a:xfrm>
          <a:prstGeom prst="roundRect">
            <a:avLst>
              <a:gd name="adj" fmla="val 8744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6" name="图形 15">
            <a:extLst>
              <a:ext uri="{FF2B5EF4-FFF2-40B4-BE49-F238E27FC236}">
                <a16:creationId xmlns:a16="http://schemas.microsoft.com/office/drawing/2014/main" id="{18FC51E8-4704-4A8A-ADD6-D7AF3CC7E9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1063450" y="416970"/>
            <a:ext cx="306000" cy="306000"/>
          </a:xfrm>
          <a:prstGeom prst="rect">
            <a:avLst/>
          </a:prstGeom>
        </p:spPr>
      </p:pic>
      <p:pic>
        <p:nvPicPr>
          <p:cNvPr id="19" name="图片 18" descr="徽标&#10;&#10;AI 生成的内容可能不正确。">
            <a:extLst>
              <a:ext uri="{FF2B5EF4-FFF2-40B4-BE49-F238E27FC236}">
                <a16:creationId xmlns:a16="http://schemas.microsoft.com/office/drawing/2014/main" id="{D7EBBE30-A1D8-C991-DA7B-B77B7E611575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651" r="65079" b="18213"/>
          <a:stretch>
            <a:fillRect/>
          </a:stretch>
        </p:blipFill>
        <p:spPr>
          <a:xfrm>
            <a:off x="20721316" y="13581453"/>
            <a:ext cx="275913" cy="267782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84A5A277-B2F6-EF4D-F557-590497D16DE0}"/>
              </a:ext>
            </a:extLst>
          </p:cNvPr>
          <p:cNvSpPr txBox="1"/>
          <p:nvPr/>
        </p:nvSpPr>
        <p:spPr>
          <a:xfrm>
            <a:off x="21029923" y="13587293"/>
            <a:ext cx="1255410" cy="30344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8334" tIns="28334" rIns="28334" bIns="28334" numCol="1" spcCol="38100" rtlCol="0" anchor="ctr">
            <a:spAutoFit/>
          </a:bodyPr>
          <a:lstStyle/>
          <a:p>
            <a:pPr defTabSz="202380"/>
            <a:r>
              <a:rPr lang="en-US" altLang="zh-CN" sz="1600" b="1" dirty="0">
                <a:latin typeface="+mj-lt"/>
              </a:rPr>
              <a:t>Home</a:t>
            </a:r>
            <a:r>
              <a:rPr lang="zh-CN" altLang="en-US" sz="1600" b="1" dirty="0">
                <a:latin typeface="+mj-lt"/>
              </a:rPr>
              <a:t> </a:t>
            </a:r>
            <a:r>
              <a:rPr lang="en-US" altLang="zh-CN" sz="1600" b="1" dirty="0">
                <a:latin typeface="+mj-lt"/>
              </a:rPr>
              <a:t>Page</a:t>
            </a:r>
            <a:endParaRPr lang="zh-CN" altLang="en-US" sz="1600" b="1" dirty="0">
              <a:latin typeface="+mj-lt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2AD8840-78C5-DB47-9560-4AE41D12A8BF}"/>
              </a:ext>
            </a:extLst>
          </p:cNvPr>
          <p:cNvSpPr txBox="1"/>
          <p:nvPr/>
        </p:nvSpPr>
        <p:spPr>
          <a:xfrm>
            <a:off x="22079096" y="13552219"/>
            <a:ext cx="2018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dirty="0">
                <a:latin typeface="Helvetica" pitchFamily="2" charset="0"/>
                <a:ea typeface="+mj-ea"/>
                <a:cs typeface="Arial" panose="020B0604020202020204" pitchFamily="34" charset="0"/>
              </a:rPr>
              <a:t>https://</a:t>
            </a:r>
            <a:r>
              <a:rPr lang="en" altLang="zh-CN" dirty="0" err="1">
                <a:latin typeface="Helvetica" pitchFamily="2" charset="0"/>
                <a:ea typeface="+mj-ea"/>
                <a:cs typeface="Arial" panose="020B0604020202020204" pitchFamily="34" charset="0"/>
              </a:rPr>
              <a:t>yangwl.site</a:t>
            </a:r>
            <a:endParaRPr lang="en" altLang="zh-CN" dirty="0">
              <a:latin typeface="Helvetica" pitchFamily="2" charset="0"/>
              <a:ea typeface="+mj-ea"/>
              <a:cs typeface="Arial" panose="020B0604020202020204" pitchFamily="34" charset="0"/>
            </a:endParaRPr>
          </a:p>
        </p:txBody>
      </p:sp>
      <p:pic>
        <p:nvPicPr>
          <p:cNvPr id="42" name="图形 41">
            <a:extLst>
              <a:ext uri="{FF2B5EF4-FFF2-40B4-BE49-F238E27FC236}">
                <a16:creationId xmlns:a16="http://schemas.microsoft.com/office/drawing/2014/main" id="{F0C44E78-ED31-0776-FA99-822E01A34F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6032185" y="7123226"/>
            <a:ext cx="720000" cy="720000"/>
          </a:xfrm>
          <a:prstGeom prst="rect">
            <a:avLst/>
          </a:prstGeom>
        </p:spPr>
      </p:pic>
      <p:pic>
        <p:nvPicPr>
          <p:cNvPr id="47" name="图形 46">
            <a:extLst>
              <a:ext uri="{FF2B5EF4-FFF2-40B4-BE49-F238E27FC236}">
                <a16:creationId xmlns:a16="http://schemas.microsoft.com/office/drawing/2014/main" id="{2B279D89-ADE5-56E2-20FE-ED8CC32E7B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6060148" y="9925834"/>
            <a:ext cx="864000" cy="8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6401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2799</TotalTime>
  <Words>265</Words>
  <Application>Microsoft Macintosh PowerPoint</Application>
  <PresentationFormat>自定义</PresentationFormat>
  <Paragraphs>46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等线</vt:lpstr>
      <vt:lpstr>Aptos</vt:lpstr>
      <vt:lpstr>Aptos Display</vt:lpstr>
      <vt:lpstr>Arial</vt:lpstr>
      <vt:lpstr>Cambria Math</vt:lpstr>
      <vt:lpstr>Gabriola</vt:lpstr>
      <vt:lpstr>Helvetica</vt:lpstr>
      <vt:lpstr>Palatino Linotype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rick T</dc:creator>
  <cp:lastModifiedBy>yangwanli04</cp:lastModifiedBy>
  <cp:revision>85</cp:revision>
  <dcterms:created xsi:type="dcterms:W3CDTF">2026-04-06T04:57:26Z</dcterms:created>
  <dcterms:modified xsi:type="dcterms:W3CDTF">2026-04-19T08:01:02Z</dcterms:modified>
</cp:coreProperties>
</file>